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5"/>
  </p:notesMasterIdLst>
  <p:sldIdLst>
    <p:sldId id="486" r:id="rId2"/>
    <p:sldId id="522" r:id="rId3"/>
    <p:sldId id="524" r:id="rId4"/>
    <p:sldId id="523" r:id="rId5"/>
    <p:sldId id="529" r:id="rId6"/>
    <p:sldId id="541" r:id="rId7"/>
    <p:sldId id="535" r:id="rId8"/>
    <p:sldId id="532" r:id="rId9"/>
    <p:sldId id="536" r:id="rId10"/>
    <p:sldId id="534" r:id="rId11"/>
    <p:sldId id="540" r:id="rId12"/>
    <p:sldId id="526" r:id="rId13"/>
    <p:sldId id="538" r:id="rId14"/>
  </p:sldIdLst>
  <p:sldSz cx="9902825" cy="7745413"/>
  <p:notesSz cx="6797675" cy="9926638"/>
  <p:defaultTextStyle>
    <a:defPPr>
      <a:defRPr lang="tr-TR"/>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27" userDrawn="1">
          <p15:clr>
            <a:srgbClr val="A4A3A4"/>
          </p15:clr>
        </p15:guide>
        <p15:guide id="2" pos="31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F00"/>
    <a:srgbClr val="0070C0"/>
    <a:srgbClr val="1C3861"/>
    <a:srgbClr val="FDA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Tema Uygulanmış Stil 2 - Vurgu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ema Uygulanmış Stil 1 - Vurgu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Orta Stil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21" autoAdjust="0"/>
    <p:restoredTop sz="86683" autoAdjust="0"/>
  </p:normalViewPr>
  <p:slideViewPr>
    <p:cSldViewPr snapToGrid="0">
      <p:cViewPr varScale="1">
        <p:scale>
          <a:sx n="85" d="100"/>
          <a:sy n="85" d="100"/>
        </p:scale>
        <p:origin x="1830" y="90"/>
      </p:cViewPr>
      <p:guideLst>
        <p:guide orient="horz" pos="4027"/>
        <p:guide pos="3119"/>
      </p:guideLst>
    </p:cSldViewPr>
  </p:slideViewPr>
  <p:outlineViewPr>
    <p:cViewPr>
      <p:scale>
        <a:sx n="33" d="100"/>
        <a:sy n="33" d="100"/>
      </p:scale>
      <p:origin x="0" y="-144076"/>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Çözüm Metodolojisi Dağılımı</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D16A-439A-9BB6-D063AB82F52D}"/>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D16A-439A-9BB6-D063AB82F52D}"/>
              </c:ext>
            </c:extLst>
          </c:dPt>
          <c:dLbls>
            <c:dLbl>
              <c:idx val="0"/>
              <c:tx>
                <c:rich>
                  <a:bodyPr rot="0" spcFirstLastPara="1" vertOverflow="ellipsis" vert="horz" wrap="square" lIns="38100" tIns="19050" rIns="38100" bIns="19050" anchor="ctr" anchorCtr="1">
                    <a:noAutofit/>
                  </a:bodyPr>
                  <a:lstStyle/>
                  <a:p>
                    <a:pPr>
                      <a:defRPr sz="2400" b="0" i="0" u="none" strike="noStrike" kern="1200" baseline="0">
                        <a:solidFill>
                          <a:schemeClr val="tx1">
                            <a:lumMod val="75000"/>
                            <a:lumOff val="25000"/>
                          </a:schemeClr>
                        </a:solidFill>
                        <a:latin typeface="+mn-lt"/>
                        <a:ea typeface="+mn-ea"/>
                        <a:cs typeface="+mn-cs"/>
                      </a:defRPr>
                    </a:pPr>
                    <a:fld id="{AABA66A1-08CF-44F0-B5C1-4491F73322DA}" type="PERCENTAGE">
                      <a:rPr lang="en-US" sz="2400">
                        <a:solidFill>
                          <a:schemeClr val="bg1"/>
                        </a:solidFill>
                      </a:rPr>
                      <a:pPr>
                        <a:defRPr sz="2400"/>
                      </a:pPr>
                      <a:t>[YÜZDE]</a:t>
                    </a:fld>
                    <a:endParaRPr lang="tr-TR"/>
                  </a:p>
                </c:rich>
              </c:tx>
              <c:spPr>
                <a:noFill/>
                <a:ln>
                  <a:noFill/>
                </a:ln>
                <a:effectLst/>
              </c:spPr>
              <c:txPr>
                <a:bodyPr rot="0" spcFirstLastPara="1" vertOverflow="ellipsis" vert="horz" wrap="square" lIns="38100" tIns="19050" rIns="38100" bIns="19050" anchor="ctr" anchorCtr="1">
                  <a:noAutofit/>
                </a:bodyPr>
                <a:lstStyle/>
                <a:p>
                  <a:pPr>
                    <a:defRPr sz="2400" b="0" i="0" u="none" strike="noStrike" kern="1200" baseline="0">
                      <a:solidFill>
                        <a:schemeClr val="tx1">
                          <a:lumMod val="75000"/>
                          <a:lumOff val="25000"/>
                        </a:schemeClr>
                      </a:solidFill>
                      <a:latin typeface="+mn-lt"/>
                      <a:ea typeface="+mn-ea"/>
                      <a:cs typeface="+mn-cs"/>
                    </a:defRPr>
                  </a:pPr>
                  <a:endParaRPr lang="tr-TR"/>
                </a:p>
              </c:txPr>
              <c:dLblPos val="inEnd"/>
              <c:showLegendKey val="0"/>
              <c:showVal val="0"/>
              <c:showCatName val="0"/>
              <c:showSerName val="0"/>
              <c:showPercent val="1"/>
              <c:showBubbleSize val="0"/>
              <c:extLst>
                <c:ext xmlns:c15="http://schemas.microsoft.com/office/drawing/2012/chart" uri="{CE6537A1-D6FC-4f65-9D91-7224C49458BB}">
                  <c15:layout>
                    <c:manualLayout>
                      <c:w val="0.20734176164716828"/>
                      <c:h val="0.12310350997491684"/>
                    </c:manualLayout>
                  </c15:layout>
                  <c15:dlblFieldTable/>
                  <c15:showDataLabelsRange val="0"/>
                </c:ext>
                <c:ext xmlns:c16="http://schemas.microsoft.com/office/drawing/2014/chart" uri="{C3380CC4-5D6E-409C-BE32-E72D297353CC}">
                  <c16:uniqueId val="{00000001-D16A-439A-9BB6-D063AB82F52D}"/>
                </c:ext>
              </c:extLst>
            </c:dLbl>
            <c:dLbl>
              <c:idx val="1"/>
              <c:tx>
                <c:rich>
                  <a:bodyPr rot="0" spcFirstLastPara="1" vertOverflow="ellipsis" vert="horz" wrap="square" lIns="38100" tIns="19050" rIns="38100" bIns="19050" anchor="ctr" anchorCtr="1">
                    <a:noAutofit/>
                  </a:bodyPr>
                  <a:lstStyle/>
                  <a:p>
                    <a:pPr>
                      <a:defRPr sz="2400" b="0" i="0" u="none" strike="noStrike" kern="1200" baseline="0">
                        <a:solidFill>
                          <a:schemeClr val="tx1">
                            <a:lumMod val="75000"/>
                            <a:lumOff val="25000"/>
                          </a:schemeClr>
                        </a:solidFill>
                        <a:latin typeface="+mn-lt"/>
                        <a:ea typeface="+mn-ea"/>
                        <a:cs typeface="+mn-cs"/>
                      </a:defRPr>
                    </a:pPr>
                    <a:fld id="{26AA409D-1740-4AA9-8170-AEDB1B415D6B}" type="PERCENTAGE">
                      <a:rPr lang="en-US" sz="2400">
                        <a:solidFill>
                          <a:schemeClr val="bg1"/>
                        </a:solidFill>
                      </a:rPr>
                      <a:pPr>
                        <a:defRPr sz="2400"/>
                      </a:pPr>
                      <a:t>[YÜZDE]</a:t>
                    </a:fld>
                    <a:endParaRPr lang="tr-TR"/>
                  </a:p>
                </c:rich>
              </c:tx>
              <c:spPr>
                <a:noFill/>
                <a:ln>
                  <a:noFill/>
                </a:ln>
                <a:effectLst/>
              </c:spPr>
              <c:txPr>
                <a:bodyPr rot="0" spcFirstLastPara="1" vertOverflow="ellipsis" vert="horz" wrap="square" lIns="38100" tIns="19050" rIns="38100" bIns="19050" anchor="ctr" anchorCtr="1">
                  <a:noAutofit/>
                </a:bodyPr>
                <a:lstStyle/>
                <a:p>
                  <a:pPr>
                    <a:defRPr sz="2400" b="0" i="0" u="none" strike="noStrike" kern="1200" baseline="0">
                      <a:solidFill>
                        <a:schemeClr val="tx1">
                          <a:lumMod val="75000"/>
                          <a:lumOff val="25000"/>
                        </a:schemeClr>
                      </a:solidFill>
                      <a:latin typeface="+mn-lt"/>
                      <a:ea typeface="+mn-ea"/>
                      <a:cs typeface="+mn-cs"/>
                    </a:defRPr>
                  </a:pPr>
                  <a:endParaRPr lang="tr-TR"/>
                </a:p>
              </c:txPr>
              <c:dLblPos val="inEnd"/>
              <c:showLegendKey val="0"/>
              <c:showVal val="0"/>
              <c:showCatName val="0"/>
              <c:showSerName val="0"/>
              <c:showPercent val="1"/>
              <c:showBubbleSize val="0"/>
              <c:extLst>
                <c:ext xmlns:c15="http://schemas.microsoft.com/office/drawing/2012/chart" uri="{CE6537A1-D6FC-4f65-9D91-7224C49458BB}">
                  <c15:layout>
                    <c:manualLayout>
                      <c:w val="0.20345555043557451"/>
                      <c:h val="0.14568613047020082"/>
                    </c:manualLayout>
                  </c15:layout>
                  <c15:dlblFieldTable/>
                  <c15:showDataLabelsRange val="0"/>
                </c:ext>
                <c:ext xmlns:c16="http://schemas.microsoft.com/office/drawing/2014/chart" uri="{C3380CC4-5D6E-409C-BE32-E72D297353CC}">
                  <c16:uniqueId val="{00000003-D16A-439A-9BB6-D063AB82F52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tr-TR"/>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Hibrit (Geleneksel + DPÖ)</c:v>
                </c:pt>
                <c:pt idx="1">
                  <c:v>Derin Pekiştirmeli Öğrenme</c:v>
                </c:pt>
              </c:strCache>
            </c:strRef>
          </c:cat>
          <c:val>
            <c:numRef>
              <c:f>Sheet1!$B$2:$B$3</c:f>
              <c:numCache>
                <c:formatCode>General</c:formatCode>
                <c:ptCount val="2"/>
                <c:pt idx="0">
                  <c:v>3</c:v>
                </c:pt>
                <c:pt idx="1">
                  <c:v>6</c:v>
                </c:pt>
              </c:numCache>
            </c:numRef>
          </c:val>
          <c:extLst>
            <c:ext xmlns:c16="http://schemas.microsoft.com/office/drawing/2014/chart" uri="{C3380CC4-5D6E-409C-BE32-E72D297353CC}">
              <c16:uniqueId val="{00000006-D16A-439A-9BB6-D063AB82F52D}"/>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300" b="0"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tr-T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Gürbüzlük Model Dağılımları</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4D3A-4228-ADF1-058D30087E80}"/>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4D3A-4228-ADF1-058D30087E80}"/>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4E19-4AEB-B618-5E7511797411}"/>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4E19-4AEB-B618-5E7511797411}"/>
              </c:ext>
            </c:extLst>
          </c:dPt>
          <c:dLbls>
            <c:dLbl>
              <c:idx val="0"/>
              <c:tx>
                <c:rich>
                  <a:bodyPr/>
                  <a:lstStyle/>
                  <a:p>
                    <a:fld id="{AABA66A1-08CF-44F0-B5C1-4491F73322DA}" type="PERCENTAGE">
                      <a:rPr lang="en-US">
                        <a:solidFill>
                          <a:schemeClr val="bg1"/>
                        </a:solidFill>
                      </a:rPr>
                      <a:pPr/>
                      <a:t>[YÜZDE]</a:t>
                    </a:fld>
                    <a:endParaRPr lang="tr-TR"/>
                  </a:p>
                </c:rich>
              </c:tx>
              <c:dLblPos val="in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4D3A-4228-ADF1-058D30087E80}"/>
                </c:ext>
              </c:extLst>
            </c:dLbl>
            <c:dLbl>
              <c:idx val="1"/>
              <c:tx>
                <c:rich>
                  <a:bodyPr/>
                  <a:lstStyle/>
                  <a:p>
                    <a:fld id="{26AA409D-1740-4AA9-8170-AEDB1B415D6B}" type="PERCENTAGE">
                      <a:rPr lang="en-US">
                        <a:solidFill>
                          <a:schemeClr val="bg1"/>
                        </a:solidFill>
                      </a:rPr>
                      <a:pPr/>
                      <a:t>[YÜZDE]</a:t>
                    </a:fld>
                    <a:endParaRPr lang="tr-TR"/>
                  </a:p>
                </c:rich>
              </c:tx>
              <c:dLblPos val="in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4D3A-4228-ADF1-058D30087E80}"/>
                </c:ext>
              </c:extLst>
            </c:dLbl>
            <c:spPr>
              <a:noFill/>
              <a:ln>
                <a:noFill/>
              </a:ln>
              <a:effectLst/>
            </c:spPr>
            <c:txPr>
              <a:bodyPr rot="0" spcFirstLastPara="1" vertOverflow="ellipsis" vert="horz" wrap="square" anchor="ctr" anchorCtr="1"/>
              <a:lstStyle/>
              <a:p>
                <a:pPr>
                  <a:defRPr sz="2400" b="0" i="0" u="none" strike="noStrike" kern="1200" baseline="0">
                    <a:ln>
                      <a:noFill/>
                    </a:ln>
                    <a:solidFill>
                      <a:schemeClr val="tx1">
                        <a:lumMod val="75000"/>
                        <a:lumOff val="25000"/>
                      </a:schemeClr>
                    </a:solidFill>
                    <a:latin typeface="+mn-lt"/>
                    <a:ea typeface="+mn-ea"/>
                    <a:cs typeface="+mn-cs"/>
                  </a:defRPr>
                </a:pPr>
                <a:endParaRPr lang="tr-TR"/>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Bulunmuyor (0)</c:v>
                </c:pt>
                <c:pt idx="1">
                  <c:v>Temel/Statik Gürbüzlük Kullananlar (Az - 1)</c:v>
                </c:pt>
                <c:pt idx="2">
                  <c:v>Dinamik Fizik/Donanım Kısıtı Ekleyenler (Orta - 2)</c:v>
                </c:pt>
                <c:pt idx="3">
                  <c:v>İleri Seviye Saha Koşulu / Kesinti Modellemesi Yapanlar (Çok - 3)</c:v>
                </c:pt>
              </c:strCache>
            </c:strRef>
          </c:cat>
          <c:val>
            <c:numRef>
              <c:f>Sheet1!$B$2:$B$5</c:f>
              <c:numCache>
                <c:formatCode>General</c:formatCode>
                <c:ptCount val="4"/>
                <c:pt idx="0">
                  <c:v>1</c:v>
                </c:pt>
                <c:pt idx="1">
                  <c:v>2</c:v>
                </c:pt>
                <c:pt idx="2">
                  <c:v>4</c:v>
                </c:pt>
                <c:pt idx="3">
                  <c:v>2</c:v>
                </c:pt>
              </c:numCache>
            </c:numRef>
          </c:val>
          <c:extLst>
            <c:ext xmlns:c16="http://schemas.microsoft.com/office/drawing/2014/chart" uri="{C3380CC4-5D6E-409C-BE32-E72D297353CC}">
              <c16:uniqueId val="{00000004-4D3A-4228-ADF1-058D30087E80}"/>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layout>
        <c:manualLayout>
          <c:xMode val="edge"/>
          <c:yMode val="edge"/>
          <c:x val="8.0829940310993637E-2"/>
          <c:y val="0.66348599451103041"/>
          <c:w val="0.8590128921850132"/>
          <c:h val="0.31011600757964564"/>
        </c:manualLayout>
      </c:layout>
      <c:overlay val="0"/>
      <c:spPr>
        <a:noFill/>
        <a:ln>
          <a:noFill/>
        </a:ln>
        <a:effectLst/>
      </c:spPr>
      <c:txPr>
        <a:bodyPr rot="0" spcFirstLastPara="1" vertOverflow="ellipsis" vert="horz" wrap="square" anchor="ctr" anchorCtr="1"/>
        <a:lstStyle/>
        <a:p>
          <a:pPr>
            <a:defRPr sz="1300" b="0" i="0" u="none" strike="noStrike" kern="1200" baseline="0">
              <a:ln>
                <a:noFill/>
              </a:ln>
              <a:solidFill>
                <a:schemeClr val="tx1">
                  <a:lumMod val="65000"/>
                  <a:lumOff val="35000"/>
                </a:schemeClr>
              </a:solidFill>
              <a:latin typeface="+mn-lt"/>
              <a:ea typeface="+mn-ea"/>
              <a:cs typeface="+mn-cs"/>
            </a:defRPr>
          </a:pPr>
          <a:endParaRPr lang="tr-T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ln>
            <a:noFill/>
          </a:ln>
        </a:defRPr>
      </a:pPr>
      <a:endParaRPr lang="tr-T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5C9B6D-E64A-4FC6-BD4A-1E5AF33D5CE5}"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tr-TR"/>
        </a:p>
      </dgm:t>
    </dgm:pt>
    <dgm:pt modelId="{7DBCAF57-4C4F-4674-ABB1-C777547A4C3F}">
      <dgm:prSet/>
      <dgm:spPr/>
      <dgm:t>
        <a:bodyPr/>
        <a:lstStyle/>
        <a:p>
          <a:r>
            <a:rPr lang="tr-TR" dirty="0"/>
            <a:t>Operasyonel Gerçekçilik</a:t>
          </a:r>
        </a:p>
      </dgm:t>
    </dgm:pt>
    <dgm:pt modelId="{47EACF1E-8E2B-4C5B-A2DC-641BA7C4E3EE}" type="parTrans" cxnId="{40ACE624-6377-449A-939A-E9A238476433}">
      <dgm:prSet/>
      <dgm:spPr/>
      <dgm:t>
        <a:bodyPr/>
        <a:lstStyle/>
        <a:p>
          <a:endParaRPr lang="tr-TR"/>
        </a:p>
      </dgm:t>
    </dgm:pt>
    <dgm:pt modelId="{EA96DC25-E977-40EA-88DF-0219C254BD65}" type="sibTrans" cxnId="{40ACE624-6377-449A-939A-E9A238476433}">
      <dgm:prSet/>
      <dgm:spPr/>
      <dgm:t>
        <a:bodyPr/>
        <a:lstStyle/>
        <a:p>
          <a:endParaRPr lang="tr-TR"/>
        </a:p>
      </dgm:t>
    </dgm:pt>
    <dgm:pt modelId="{8946EB6A-673A-4D29-B4D4-C29208F361B5}">
      <dgm:prSet/>
      <dgm:spPr/>
      <dgm:t>
        <a:bodyPr/>
        <a:lstStyle/>
        <a:p>
          <a:r>
            <a:rPr lang="tr-TR" dirty="0"/>
            <a:t>Gerçekçi 3B Modelleme</a:t>
          </a:r>
        </a:p>
      </dgm:t>
    </dgm:pt>
    <dgm:pt modelId="{D2092E58-A85F-482C-A048-FCF01A1F6BC7}" type="parTrans" cxnId="{899DC1F6-F344-4001-A3B6-9286BFCF6B7A}">
      <dgm:prSet/>
      <dgm:spPr/>
      <dgm:t>
        <a:bodyPr/>
        <a:lstStyle/>
        <a:p>
          <a:endParaRPr lang="tr-TR"/>
        </a:p>
      </dgm:t>
    </dgm:pt>
    <dgm:pt modelId="{8B4B9942-23CF-4565-8C9C-B4317472CB8E}" type="sibTrans" cxnId="{899DC1F6-F344-4001-A3B6-9286BFCF6B7A}">
      <dgm:prSet/>
      <dgm:spPr/>
      <dgm:t>
        <a:bodyPr/>
        <a:lstStyle/>
        <a:p>
          <a:endParaRPr lang="tr-TR"/>
        </a:p>
      </dgm:t>
    </dgm:pt>
    <dgm:pt modelId="{A7632D62-1D2C-4411-96F2-36DC4276B8E7}">
      <dgm:prSet/>
      <dgm:spPr/>
      <dgm:t>
        <a:bodyPr/>
        <a:lstStyle/>
        <a:p>
          <a:r>
            <a:rPr lang="tr-TR" dirty="0"/>
            <a:t>Dinamik ve Statik Tehdit Yönetimi</a:t>
          </a:r>
        </a:p>
      </dgm:t>
    </dgm:pt>
    <dgm:pt modelId="{F39C6752-261F-4BAB-A48A-E1180C717974}" type="parTrans" cxnId="{9B74D210-9B6A-4B8B-9F1E-3C8BFD76A5BE}">
      <dgm:prSet/>
      <dgm:spPr/>
      <dgm:t>
        <a:bodyPr/>
        <a:lstStyle/>
        <a:p>
          <a:endParaRPr lang="tr-TR"/>
        </a:p>
      </dgm:t>
    </dgm:pt>
    <dgm:pt modelId="{D6E8050B-9DE6-4AE1-A0D2-0DCFAAA67A6B}" type="sibTrans" cxnId="{9B74D210-9B6A-4B8B-9F1E-3C8BFD76A5BE}">
      <dgm:prSet/>
      <dgm:spPr/>
      <dgm:t>
        <a:bodyPr/>
        <a:lstStyle/>
        <a:p>
          <a:endParaRPr lang="tr-TR"/>
        </a:p>
      </dgm:t>
    </dgm:pt>
    <dgm:pt modelId="{A98FFABE-2A46-4BF7-86C9-BFBC809E722D}">
      <dgm:prSet/>
      <dgm:spPr/>
      <dgm:t>
        <a:bodyPr/>
        <a:lstStyle/>
        <a:p>
          <a:r>
            <a:rPr lang="tr-TR" dirty="0"/>
            <a:t>Çevresel Gürbüzlük</a:t>
          </a:r>
        </a:p>
      </dgm:t>
    </dgm:pt>
    <dgm:pt modelId="{DFECDB42-F6BC-4102-8A8E-0F930C33487E}" type="parTrans" cxnId="{808CCFA9-70AF-482A-B05B-1330841C12F0}">
      <dgm:prSet/>
      <dgm:spPr/>
      <dgm:t>
        <a:bodyPr/>
        <a:lstStyle/>
        <a:p>
          <a:endParaRPr lang="tr-TR"/>
        </a:p>
      </dgm:t>
    </dgm:pt>
    <dgm:pt modelId="{53B1CE08-5E56-4244-9691-9495D4968509}" type="sibTrans" cxnId="{808CCFA9-70AF-482A-B05B-1330841C12F0}">
      <dgm:prSet/>
      <dgm:spPr/>
      <dgm:t>
        <a:bodyPr/>
        <a:lstStyle/>
        <a:p>
          <a:endParaRPr lang="tr-TR"/>
        </a:p>
      </dgm:t>
    </dgm:pt>
    <dgm:pt modelId="{74AEC666-EAF1-44F9-BE49-A5737DF3B5A6}">
      <dgm:prSet/>
      <dgm:spPr/>
      <dgm:t>
        <a:bodyPr/>
        <a:lstStyle/>
        <a:p>
          <a:r>
            <a:rPr lang="tr-TR" dirty="0"/>
            <a:t>Elektronik Harp Dayanıklılığı</a:t>
          </a:r>
        </a:p>
      </dgm:t>
    </dgm:pt>
    <dgm:pt modelId="{38AAC22A-1FA4-4615-90E0-67687E741059}" type="parTrans" cxnId="{4581DB66-B2FA-425A-BF1E-E455D146ACE5}">
      <dgm:prSet/>
      <dgm:spPr/>
      <dgm:t>
        <a:bodyPr/>
        <a:lstStyle/>
        <a:p>
          <a:endParaRPr lang="tr-TR"/>
        </a:p>
      </dgm:t>
    </dgm:pt>
    <dgm:pt modelId="{92F76163-AEAC-40BA-92A2-0CFAF3EDD399}" type="sibTrans" cxnId="{4581DB66-B2FA-425A-BF1E-E455D146ACE5}">
      <dgm:prSet/>
      <dgm:spPr/>
      <dgm:t>
        <a:bodyPr/>
        <a:lstStyle/>
        <a:p>
          <a:endParaRPr lang="tr-TR"/>
        </a:p>
      </dgm:t>
    </dgm:pt>
    <dgm:pt modelId="{AC191973-A2AC-4C4D-971A-D80E3FE3E67A}">
      <dgm:prSet/>
      <dgm:spPr/>
      <dgm:t>
        <a:bodyPr/>
        <a:lstStyle/>
        <a:p>
          <a:r>
            <a:rPr lang="tr-TR" dirty="0"/>
            <a:t>Özgün Teknoloji ve Mimari</a:t>
          </a:r>
        </a:p>
      </dgm:t>
    </dgm:pt>
    <dgm:pt modelId="{35E3379B-DD8F-4251-8613-86897D79ADD6}" type="parTrans" cxnId="{8D4450FF-D923-400C-BF69-306ADF2F37AD}">
      <dgm:prSet/>
      <dgm:spPr/>
      <dgm:t>
        <a:bodyPr/>
        <a:lstStyle/>
        <a:p>
          <a:endParaRPr lang="tr-TR"/>
        </a:p>
      </dgm:t>
    </dgm:pt>
    <dgm:pt modelId="{74373D58-C23F-485D-9E6A-06709D7329C0}" type="sibTrans" cxnId="{8D4450FF-D923-400C-BF69-306ADF2F37AD}">
      <dgm:prSet/>
      <dgm:spPr/>
      <dgm:t>
        <a:bodyPr/>
        <a:lstStyle/>
        <a:p>
          <a:endParaRPr lang="tr-TR"/>
        </a:p>
      </dgm:t>
    </dgm:pt>
    <dgm:pt modelId="{6ECF102D-6195-413D-BA70-31E69364274D}">
      <dgm:prSet/>
      <dgm:spPr/>
      <dgm:t>
        <a:bodyPr/>
        <a:lstStyle/>
        <a:p>
          <a:r>
            <a:rPr lang="tr-TR" dirty="0"/>
            <a:t>Hibrit Pekiştirmeli Öğrenme</a:t>
          </a:r>
        </a:p>
      </dgm:t>
    </dgm:pt>
    <dgm:pt modelId="{B500EA1B-154A-46AF-8BFD-85E0F99A8733}" type="parTrans" cxnId="{0E4C4486-5279-4330-9B28-65DF7D1B3E25}">
      <dgm:prSet/>
      <dgm:spPr/>
      <dgm:t>
        <a:bodyPr/>
        <a:lstStyle/>
        <a:p>
          <a:endParaRPr lang="tr-TR"/>
        </a:p>
      </dgm:t>
    </dgm:pt>
    <dgm:pt modelId="{C8B4D4D9-B331-470C-9FC5-0E7658DD10F0}" type="sibTrans" cxnId="{0E4C4486-5279-4330-9B28-65DF7D1B3E25}">
      <dgm:prSet/>
      <dgm:spPr/>
      <dgm:t>
        <a:bodyPr/>
        <a:lstStyle/>
        <a:p>
          <a:endParaRPr lang="tr-TR"/>
        </a:p>
      </dgm:t>
    </dgm:pt>
    <dgm:pt modelId="{986469BE-395D-4EF1-8029-FAD3F396F2CD}">
      <dgm:prSet/>
      <dgm:spPr/>
      <dgm:t>
        <a:bodyPr/>
        <a:lstStyle/>
        <a:p>
          <a:r>
            <a:rPr lang="tr-TR" dirty="0"/>
            <a:t>Akademik Doğrulama</a:t>
          </a:r>
        </a:p>
      </dgm:t>
    </dgm:pt>
    <dgm:pt modelId="{BBC7BF49-488E-437B-905A-698587A3B367}" type="parTrans" cxnId="{B0A38625-C8AE-4066-BFE2-7015ABB4591B}">
      <dgm:prSet/>
      <dgm:spPr/>
      <dgm:t>
        <a:bodyPr/>
        <a:lstStyle/>
        <a:p>
          <a:endParaRPr lang="tr-TR"/>
        </a:p>
      </dgm:t>
    </dgm:pt>
    <dgm:pt modelId="{B4A7D82A-19DB-44E6-A1F6-51A4C1A6E934}" type="sibTrans" cxnId="{B0A38625-C8AE-4066-BFE2-7015ABB4591B}">
      <dgm:prSet/>
      <dgm:spPr/>
      <dgm:t>
        <a:bodyPr/>
        <a:lstStyle/>
        <a:p>
          <a:endParaRPr lang="tr-TR"/>
        </a:p>
      </dgm:t>
    </dgm:pt>
    <dgm:pt modelId="{B16A227A-4F4A-4B7F-B19A-6C46A43917C9}">
      <dgm:prSet/>
      <dgm:spPr/>
      <dgm:t>
        <a:bodyPr/>
        <a:lstStyle/>
        <a:p>
          <a:r>
            <a:rPr lang="tr-TR" dirty="0"/>
            <a:t>Dinamik Darbe Açısı</a:t>
          </a:r>
        </a:p>
      </dgm:t>
    </dgm:pt>
    <dgm:pt modelId="{8952E718-3B8E-432E-9991-B17B45E420CA}" type="parTrans" cxnId="{BA8B9E3D-6678-46D8-8081-A2F94E6AAC9E}">
      <dgm:prSet/>
      <dgm:spPr/>
      <dgm:t>
        <a:bodyPr/>
        <a:lstStyle/>
        <a:p>
          <a:endParaRPr lang="tr-TR"/>
        </a:p>
      </dgm:t>
    </dgm:pt>
    <dgm:pt modelId="{F9D81FEC-5C15-4C71-B235-B770FF133C48}" type="sibTrans" cxnId="{BA8B9E3D-6678-46D8-8081-A2F94E6AAC9E}">
      <dgm:prSet/>
      <dgm:spPr/>
      <dgm:t>
        <a:bodyPr/>
        <a:lstStyle/>
        <a:p>
          <a:endParaRPr lang="tr-TR"/>
        </a:p>
      </dgm:t>
    </dgm:pt>
    <dgm:pt modelId="{E8B4C9A9-BCB5-4CAB-8A7E-F5FEB3C5B476}">
      <dgm:prSet/>
      <dgm:spPr/>
      <dgm:t>
        <a:bodyPr/>
        <a:lstStyle/>
        <a:p>
          <a:r>
            <a:rPr lang="tr-TR" dirty="0"/>
            <a:t>Açıklanabilir Yapay Zeka (XAI) Entegrasyonu</a:t>
          </a:r>
        </a:p>
      </dgm:t>
    </dgm:pt>
    <dgm:pt modelId="{D31F8E69-D129-4474-A4EB-D13A9DE5A75C}" type="parTrans" cxnId="{D29BAC29-9126-45F1-8DF7-40D0795B66C3}">
      <dgm:prSet/>
      <dgm:spPr/>
      <dgm:t>
        <a:bodyPr/>
        <a:lstStyle/>
        <a:p>
          <a:endParaRPr lang="tr-TR"/>
        </a:p>
      </dgm:t>
    </dgm:pt>
    <dgm:pt modelId="{F584BB5A-5944-49D1-B750-41653A750F1E}" type="sibTrans" cxnId="{D29BAC29-9126-45F1-8DF7-40D0795B66C3}">
      <dgm:prSet/>
      <dgm:spPr/>
      <dgm:t>
        <a:bodyPr/>
        <a:lstStyle/>
        <a:p>
          <a:endParaRPr lang="tr-TR"/>
        </a:p>
      </dgm:t>
    </dgm:pt>
    <dgm:pt modelId="{7485BD6D-E96E-413B-9992-B46A533E383C}">
      <dgm:prSet/>
      <dgm:spPr/>
      <dgm:t>
        <a:bodyPr/>
        <a:lstStyle/>
        <a:p>
          <a:r>
            <a:rPr lang="tr-TR" dirty="0"/>
            <a:t>Çok Yönlü Karşılaştırma</a:t>
          </a:r>
        </a:p>
      </dgm:t>
    </dgm:pt>
    <dgm:pt modelId="{4F298992-BA3A-4EAB-87C4-45FEC6EB7271}" type="parTrans" cxnId="{13AC7ED4-3D26-4CD2-AE7B-918ED01C58E1}">
      <dgm:prSet/>
      <dgm:spPr/>
      <dgm:t>
        <a:bodyPr/>
        <a:lstStyle/>
        <a:p>
          <a:endParaRPr lang="tr-TR"/>
        </a:p>
      </dgm:t>
    </dgm:pt>
    <dgm:pt modelId="{AB1F507F-98F6-439E-8C0A-73737B7780F4}" type="sibTrans" cxnId="{13AC7ED4-3D26-4CD2-AE7B-918ED01C58E1}">
      <dgm:prSet/>
      <dgm:spPr/>
      <dgm:t>
        <a:bodyPr/>
        <a:lstStyle/>
        <a:p>
          <a:endParaRPr lang="tr-TR"/>
        </a:p>
      </dgm:t>
    </dgm:pt>
    <dgm:pt modelId="{8F54464E-C2FA-490E-AA50-577FC5939F57}" type="pres">
      <dgm:prSet presAssocID="{C35C9B6D-E64A-4FC6-BD4A-1E5AF33D5CE5}" presName="theList" presStyleCnt="0">
        <dgm:presLayoutVars>
          <dgm:dir/>
          <dgm:animLvl val="lvl"/>
          <dgm:resizeHandles val="exact"/>
        </dgm:presLayoutVars>
      </dgm:prSet>
      <dgm:spPr/>
    </dgm:pt>
    <dgm:pt modelId="{0C1780AA-0D92-4CD5-816B-662A1846758E}" type="pres">
      <dgm:prSet presAssocID="{7DBCAF57-4C4F-4674-ABB1-C777547A4C3F}" presName="compNode" presStyleCnt="0"/>
      <dgm:spPr/>
    </dgm:pt>
    <dgm:pt modelId="{11B7F185-0EE5-4D34-BF68-54D14BA9FD5B}" type="pres">
      <dgm:prSet presAssocID="{7DBCAF57-4C4F-4674-ABB1-C777547A4C3F}" presName="aNode" presStyleLbl="bgShp" presStyleIdx="0" presStyleCnt="3"/>
      <dgm:spPr/>
    </dgm:pt>
    <dgm:pt modelId="{214399BA-1268-45C5-B8E0-26E712F0AB22}" type="pres">
      <dgm:prSet presAssocID="{7DBCAF57-4C4F-4674-ABB1-C777547A4C3F}" presName="textNode" presStyleLbl="bgShp" presStyleIdx="0" presStyleCnt="3"/>
      <dgm:spPr/>
    </dgm:pt>
    <dgm:pt modelId="{0EE78452-E801-4E14-8A16-B679120AC829}" type="pres">
      <dgm:prSet presAssocID="{7DBCAF57-4C4F-4674-ABB1-C777547A4C3F}" presName="compChildNode" presStyleCnt="0"/>
      <dgm:spPr/>
    </dgm:pt>
    <dgm:pt modelId="{B27A7104-5228-48FD-B54B-1947156E279D}" type="pres">
      <dgm:prSet presAssocID="{7DBCAF57-4C4F-4674-ABB1-C777547A4C3F}" presName="theInnerList" presStyleCnt="0"/>
      <dgm:spPr/>
    </dgm:pt>
    <dgm:pt modelId="{F4C00953-AD73-4139-B230-9A5DC9438F76}" type="pres">
      <dgm:prSet presAssocID="{8946EB6A-673A-4D29-B4D4-C29208F361B5}" presName="childNode" presStyleLbl="node1" presStyleIdx="0" presStyleCnt="8">
        <dgm:presLayoutVars>
          <dgm:bulletEnabled val="1"/>
        </dgm:presLayoutVars>
      </dgm:prSet>
      <dgm:spPr/>
    </dgm:pt>
    <dgm:pt modelId="{EBF0C172-ED04-4708-9239-936A039EE84C}" type="pres">
      <dgm:prSet presAssocID="{8946EB6A-673A-4D29-B4D4-C29208F361B5}" presName="aSpace2" presStyleCnt="0"/>
      <dgm:spPr/>
    </dgm:pt>
    <dgm:pt modelId="{955FB0F9-E3E0-40FC-BD18-DCF2C5C799F1}" type="pres">
      <dgm:prSet presAssocID="{A7632D62-1D2C-4411-96F2-36DC4276B8E7}" presName="childNode" presStyleLbl="node1" presStyleIdx="1" presStyleCnt="8">
        <dgm:presLayoutVars>
          <dgm:bulletEnabled val="1"/>
        </dgm:presLayoutVars>
      </dgm:prSet>
      <dgm:spPr/>
    </dgm:pt>
    <dgm:pt modelId="{C079BC58-3824-445D-93DA-9C75844AAB0F}" type="pres">
      <dgm:prSet presAssocID="{A7632D62-1D2C-4411-96F2-36DC4276B8E7}" presName="aSpace2" presStyleCnt="0"/>
      <dgm:spPr/>
    </dgm:pt>
    <dgm:pt modelId="{56E30929-0364-4145-94F2-F8B1451DF88B}" type="pres">
      <dgm:prSet presAssocID="{A98FFABE-2A46-4BF7-86C9-BFBC809E722D}" presName="childNode" presStyleLbl="node1" presStyleIdx="2" presStyleCnt="8">
        <dgm:presLayoutVars>
          <dgm:bulletEnabled val="1"/>
        </dgm:presLayoutVars>
      </dgm:prSet>
      <dgm:spPr/>
    </dgm:pt>
    <dgm:pt modelId="{2AA92531-6963-4C98-B17A-C414CF0CA57F}" type="pres">
      <dgm:prSet presAssocID="{A98FFABE-2A46-4BF7-86C9-BFBC809E722D}" presName="aSpace2" presStyleCnt="0"/>
      <dgm:spPr/>
    </dgm:pt>
    <dgm:pt modelId="{54B5670B-E259-44FC-96AF-43B33B76C111}" type="pres">
      <dgm:prSet presAssocID="{74AEC666-EAF1-44F9-BE49-A5737DF3B5A6}" presName="childNode" presStyleLbl="node1" presStyleIdx="3" presStyleCnt="8">
        <dgm:presLayoutVars>
          <dgm:bulletEnabled val="1"/>
        </dgm:presLayoutVars>
      </dgm:prSet>
      <dgm:spPr/>
    </dgm:pt>
    <dgm:pt modelId="{6EC01D9F-C70E-4715-93A3-AE035F0AB7B2}" type="pres">
      <dgm:prSet presAssocID="{7DBCAF57-4C4F-4674-ABB1-C777547A4C3F}" presName="aSpace" presStyleCnt="0"/>
      <dgm:spPr/>
    </dgm:pt>
    <dgm:pt modelId="{54BECEA3-74A0-4D1C-B5B0-AED39424516F}" type="pres">
      <dgm:prSet presAssocID="{AC191973-A2AC-4C4D-971A-D80E3FE3E67A}" presName="compNode" presStyleCnt="0"/>
      <dgm:spPr/>
    </dgm:pt>
    <dgm:pt modelId="{0597EDB3-1488-472C-BB0D-723AF62581D4}" type="pres">
      <dgm:prSet presAssocID="{AC191973-A2AC-4C4D-971A-D80E3FE3E67A}" presName="aNode" presStyleLbl="bgShp" presStyleIdx="1" presStyleCnt="3"/>
      <dgm:spPr/>
    </dgm:pt>
    <dgm:pt modelId="{4E108B54-BC78-462A-BBD2-CE75303F36D6}" type="pres">
      <dgm:prSet presAssocID="{AC191973-A2AC-4C4D-971A-D80E3FE3E67A}" presName="textNode" presStyleLbl="bgShp" presStyleIdx="1" presStyleCnt="3"/>
      <dgm:spPr/>
    </dgm:pt>
    <dgm:pt modelId="{780F6921-9CA2-4F3A-9265-A3F7619CAE7B}" type="pres">
      <dgm:prSet presAssocID="{AC191973-A2AC-4C4D-971A-D80E3FE3E67A}" presName="compChildNode" presStyleCnt="0"/>
      <dgm:spPr/>
    </dgm:pt>
    <dgm:pt modelId="{33F8B4B7-5612-4620-B87B-869DFECEC4A8}" type="pres">
      <dgm:prSet presAssocID="{AC191973-A2AC-4C4D-971A-D80E3FE3E67A}" presName="theInnerList" presStyleCnt="0"/>
      <dgm:spPr/>
    </dgm:pt>
    <dgm:pt modelId="{8C7FA966-4DA7-4F47-AF89-97A694A68CC7}" type="pres">
      <dgm:prSet presAssocID="{6ECF102D-6195-413D-BA70-31E69364274D}" presName="childNode" presStyleLbl="node1" presStyleIdx="4" presStyleCnt="8">
        <dgm:presLayoutVars>
          <dgm:bulletEnabled val="1"/>
        </dgm:presLayoutVars>
      </dgm:prSet>
      <dgm:spPr/>
    </dgm:pt>
    <dgm:pt modelId="{3AD4899F-529D-4CA9-B6A8-A2EF32CF9912}" type="pres">
      <dgm:prSet presAssocID="{6ECF102D-6195-413D-BA70-31E69364274D}" presName="aSpace2" presStyleCnt="0"/>
      <dgm:spPr/>
    </dgm:pt>
    <dgm:pt modelId="{DDBAB05B-6A3D-481B-813D-6E0084F894BE}" type="pres">
      <dgm:prSet presAssocID="{B16A227A-4F4A-4B7F-B19A-6C46A43917C9}" presName="childNode" presStyleLbl="node1" presStyleIdx="5" presStyleCnt="8">
        <dgm:presLayoutVars>
          <dgm:bulletEnabled val="1"/>
        </dgm:presLayoutVars>
      </dgm:prSet>
      <dgm:spPr/>
    </dgm:pt>
    <dgm:pt modelId="{2129FD6E-BFB4-4341-BEB4-4E8F66CC8A20}" type="pres">
      <dgm:prSet presAssocID="{AC191973-A2AC-4C4D-971A-D80E3FE3E67A}" presName="aSpace" presStyleCnt="0"/>
      <dgm:spPr/>
    </dgm:pt>
    <dgm:pt modelId="{14B577C8-A246-4C9B-84C1-762D64458C3C}" type="pres">
      <dgm:prSet presAssocID="{986469BE-395D-4EF1-8029-FAD3F396F2CD}" presName="compNode" presStyleCnt="0"/>
      <dgm:spPr/>
    </dgm:pt>
    <dgm:pt modelId="{A8738194-8AAF-45A1-A486-B78A193495EF}" type="pres">
      <dgm:prSet presAssocID="{986469BE-395D-4EF1-8029-FAD3F396F2CD}" presName="aNode" presStyleLbl="bgShp" presStyleIdx="2" presStyleCnt="3"/>
      <dgm:spPr/>
    </dgm:pt>
    <dgm:pt modelId="{5BFED57A-CA8C-40B2-80DE-C94AD080A0ED}" type="pres">
      <dgm:prSet presAssocID="{986469BE-395D-4EF1-8029-FAD3F396F2CD}" presName="textNode" presStyleLbl="bgShp" presStyleIdx="2" presStyleCnt="3"/>
      <dgm:spPr/>
    </dgm:pt>
    <dgm:pt modelId="{958C4E8E-0BB7-467C-B1E0-6AF14FF89A6B}" type="pres">
      <dgm:prSet presAssocID="{986469BE-395D-4EF1-8029-FAD3F396F2CD}" presName="compChildNode" presStyleCnt="0"/>
      <dgm:spPr/>
    </dgm:pt>
    <dgm:pt modelId="{877C7463-7404-4508-9167-11D9F30F9F3C}" type="pres">
      <dgm:prSet presAssocID="{986469BE-395D-4EF1-8029-FAD3F396F2CD}" presName="theInnerList" presStyleCnt="0"/>
      <dgm:spPr/>
    </dgm:pt>
    <dgm:pt modelId="{7300D100-4417-4995-870D-DFFA196348E5}" type="pres">
      <dgm:prSet presAssocID="{E8B4C9A9-BCB5-4CAB-8A7E-F5FEB3C5B476}" presName="childNode" presStyleLbl="node1" presStyleIdx="6" presStyleCnt="8">
        <dgm:presLayoutVars>
          <dgm:bulletEnabled val="1"/>
        </dgm:presLayoutVars>
      </dgm:prSet>
      <dgm:spPr/>
    </dgm:pt>
    <dgm:pt modelId="{E57DF186-3201-47E1-B8E5-31DE70BA90CD}" type="pres">
      <dgm:prSet presAssocID="{E8B4C9A9-BCB5-4CAB-8A7E-F5FEB3C5B476}" presName="aSpace2" presStyleCnt="0"/>
      <dgm:spPr/>
    </dgm:pt>
    <dgm:pt modelId="{4A31F245-E91C-4640-ACCD-8AEA684A9C53}" type="pres">
      <dgm:prSet presAssocID="{7485BD6D-E96E-413B-9992-B46A533E383C}" presName="childNode" presStyleLbl="node1" presStyleIdx="7" presStyleCnt="8">
        <dgm:presLayoutVars>
          <dgm:bulletEnabled val="1"/>
        </dgm:presLayoutVars>
      </dgm:prSet>
      <dgm:spPr/>
    </dgm:pt>
  </dgm:ptLst>
  <dgm:cxnLst>
    <dgm:cxn modelId="{E726EC00-5DFC-4B06-9912-78B79CE24CDA}" type="presOf" srcId="{7DBCAF57-4C4F-4674-ABB1-C777547A4C3F}" destId="{214399BA-1268-45C5-B8E0-26E712F0AB22}" srcOrd="1" destOrd="0" presId="urn:microsoft.com/office/officeart/2005/8/layout/lProcess2"/>
    <dgm:cxn modelId="{26059C0F-554E-414C-9406-7656DEB89B5F}" type="presOf" srcId="{7485BD6D-E96E-413B-9992-B46A533E383C}" destId="{4A31F245-E91C-4640-ACCD-8AEA684A9C53}" srcOrd="0" destOrd="0" presId="urn:microsoft.com/office/officeart/2005/8/layout/lProcess2"/>
    <dgm:cxn modelId="{9B74D210-9B6A-4B8B-9F1E-3C8BFD76A5BE}" srcId="{7DBCAF57-4C4F-4674-ABB1-C777547A4C3F}" destId="{A7632D62-1D2C-4411-96F2-36DC4276B8E7}" srcOrd="1" destOrd="0" parTransId="{F39C6752-261F-4BAB-A48A-E1180C717974}" sibTransId="{D6E8050B-9DE6-4AE1-A0D2-0DCFAAA67A6B}"/>
    <dgm:cxn modelId="{52971914-40C0-40DD-90E7-4541D63516F6}" type="presOf" srcId="{C35C9B6D-E64A-4FC6-BD4A-1E5AF33D5CE5}" destId="{8F54464E-C2FA-490E-AA50-577FC5939F57}" srcOrd="0" destOrd="0" presId="urn:microsoft.com/office/officeart/2005/8/layout/lProcess2"/>
    <dgm:cxn modelId="{A2E9F51E-799E-45B1-9C29-DF5A8ACFBEB6}" type="presOf" srcId="{AC191973-A2AC-4C4D-971A-D80E3FE3E67A}" destId="{0597EDB3-1488-472C-BB0D-723AF62581D4}" srcOrd="0" destOrd="0" presId="urn:microsoft.com/office/officeart/2005/8/layout/lProcess2"/>
    <dgm:cxn modelId="{40ACE624-6377-449A-939A-E9A238476433}" srcId="{C35C9B6D-E64A-4FC6-BD4A-1E5AF33D5CE5}" destId="{7DBCAF57-4C4F-4674-ABB1-C777547A4C3F}" srcOrd="0" destOrd="0" parTransId="{47EACF1E-8E2B-4C5B-A2DC-641BA7C4E3EE}" sibTransId="{EA96DC25-E977-40EA-88DF-0219C254BD65}"/>
    <dgm:cxn modelId="{B0A38625-C8AE-4066-BFE2-7015ABB4591B}" srcId="{C35C9B6D-E64A-4FC6-BD4A-1E5AF33D5CE5}" destId="{986469BE-395D-4EF1-8029-FAD3F396F2CD}" srcOrd="2" destOrd="0" parTransId="{BBC7BF49-488E-437B-905A-698587A3B367}" sibTransId="{B4A7D82A-19DB-44E6-A1F6-51A4C1A6E934}"/>
    <dgm:cxn modelId="{2CDC4C28-E1C3-4577-95F6-D8474BC2188A}" type="presOf" srcId="{A98FFABE-2A46-4BF7-86C9-BFBC809E722D}" destId="{56E30929-0364-4145-94F2-F8B1451DF88B}" srcOrd="0" destOrd="0" presId="urn:microsoft.com/office/officeart/2005/8/layout/lProcess2"/>
    <dgm:cxn modelId="{D29BAC29-9126-45F1-8DF7-40D0795B66C3}" srcId="{986469BE-395D-4EF1-8029-FAD3F396F2CD}" destId="{E8B4C9A9-BCB5-4CAB-8A7E-F5FEB3C5B476}" srcOrd="0" destOrd="0" parTransId="{D31F8E69-D129-4474-A4EB-D13A9DE5A75C}" sibTransId="{F584BB5A-5944-49D1-B750-41653A750F1E}"/>
    <dgm:cxn modelId="{BA8B9E3D-6678-46D8-8081-A2F94E6AAC9E}" srcId="{AC191973-A2AC-4C4D-971A-D80E3FE3E67A}" destId="{B16A227A-4F4A-4B7F-B19A-6C46A43917C9}" srcOrd="1" destOrd="0" parTransId="{8952E718-3B8E-432E-9991-B17B45E420CA}" sibTransId="{F9D81FEC-5C15-4C71-B235-B770FF133C48}"/>
    <dgm:cxn modelId="{0C19953E-3837-4769-B5BF-26FDC9CA588F}" type="presOf" srcId="{A7632D62-1D2C-4411-96F2-36DC4276B8E7}" destId="{955FB0F9-E3E0-40FC-BD18-DCF2C5C799F1}" srcOrd="0" destOrd="0" presId="urn:microsoft.com/office/officeart/2005/8/layout/lProcess2"/>
    <dgm:cxn modelId="{E951D243-BA72-493B-BDCF-515A7A118F0F}" type="presOf" srcId="{AC191973-A2AC-4C4D-971A-D80E3FE3E67A}" destId="{4E108B54-BC78-462A-BBD2-CE75303F36D6}" srcOrd="1" destOrd="0" presId="urn:microsoft.com/office/officeart/2005/8/layout/lProcess2"/>
    <dgm:cxn modelId="{F510CF45-4912-429F-9791-9FEF9593938B}" type="presOf" srcId="{8946EB6A-673A-4D29-B4D4-C29208F361B5}" destId="{F4C00953-AD73-4139-B230-9A5DC9438F76}" srcOrd="0" destOrd="0" presId="urn:microsoft.com/office/officeart/2005/8/layout/lProcess2"/>
    <dgm:cxn modelId="{4581DB66-B2FA-425A-BF1E-E455D146ACE5}" srcId="{7DBCAF57-4C4F-4674-ABB1-C777547A4C3F}" destId="{74AEC666-EAF1-44F9-BE49-A5737DF3B5A6}" srcOrd="3" destOrd="0" parTransId="{38AAC22A-1FA4-4615-90E0-67687E741059}" sibTransId="{92F76163-AEAC-40BA-92A2-0CFAF3EDD399}"/>
    <dgm:cxn modelId="{1F311A6D-F498-403C-B23E-2A5B7FD807B2}" type="presOf" srcId="{7DBCAF57-4C4F-4674-ABB1-C777547A4C3F}" destId="{11B7F185-0EE5-4D34-BF68-54D14BA9FD5B}" srcOrd="0" destOrd="0" presId="urn:microsoft.com/office/officeart/2005/8/layout/lProcess2"/>
    <dgm:cxn modelId="{E995A56E-0806-4841-B969-824424E1B223}" type="presOf" srcId="{B16A227A-4F4A-4B7F-B19A-6C46A43917C9}" destId="{DDBAB05B-6A3D-481B-813D-6E0084F894BE}" srcOrd="0" destOrd="0" presId="urn:microsoft.com/office/officeart/2005/8/layout/lProcess2"/>
    <dgm:cxn modelId="{0E4C4486-5279-4330-9B28-65DF7D1B3E25}" srcId="{AC191973-A2AC-4C4D-971A-D80E3FE3E67A}" destId="{6ECF102D-6195-413D-BA70-31E69364274D}" srcOrd="0" destOrd="0" parTransId="{B500EA1B-154A-46AF-8BFD-85E0F99A8733}" sibTransId="{C8B4D4D9-B331-470C-9FC5-0E7658DD10F0}"/>
    <dgm:cxn modelId="{26CC50A0-EAB8-4F6A-8643-B5DD91772C60}" type="presOf" srcId="{74AEC666-EAF1-44F9-BE49-A5737DF3B5A6}" destId="{54B5670B-E259-44FC-96AF-43B33B76C111}" srcOrd="0" destOrd="0" presId="urn:microsoft.com/office/officeart/2005/8/layout/lProcess2"/>
    <dgm:cxn modelId="{808CCFA9-70AF-482A-B05B-1330841C12F0}" srcId="{7DBCAF57-4C4F-4674-ABB1-C777547A4C3F}" destId="{A98FFABE-2A46-4BF7-86C9-BFBC809E722D}" srcOrd="2" destOrd="0" parTransId="{DFECDB42-F6BC-4102-8A8E-0F930C33487E}" sibTransId="{53B1CE08-5E56-4244-9691-9495D4968509}"/>
    <dgm:cxn modelId="{13AC7ED4-3D26-4CD2-AE7B-918ED01C58E1}" srcId="{986469BE-395D-4EF1-8029-FAD3F396F2CD}" destId="{7485BD6D-E96E-413B-9992-B46A533E383C}" srcOrd="1" destOrd="0" parTransId="{4F298992-BA3A-4EAB-87C4-45FEC6EB7271}" sibTransId="{AB1F507F-98F6-439E-8C0A-73737B7780F4}"/>
    <dgm:cxn modelId="{BAC2E5D6-E8D2-4F7D-B10D-4DCDB5DEACE1}" type="presOf" srcId="{986469BE-395D-4EF1-8029-FAD3F396F2CD}" destId="{5BFED57A-CA8C-40B2-80DE-C94AD080A0ED}" srcOrd="1" destOrd="0" presId="urn:microsoft.com/office/officeart/2005/8/layout/lProcess2"/>
    <dgm:cxn modelId="{B2429FDF-E750-4FDC-A023-28EDB10763FC}" type="presOf" srcId="{6ECF102D-6195-413D-BA70-31E69364274D}" destId="{8C7FA966-4DA7-4F47-AF89-97A694A68CC7}" srcOrd="0" destOrd="0" presId="urn:microsoft.com/office/officeart/2005/8/layout/lProcess2"/>
    <dgm:cxn modelId="{88AD17EA-6059-4B10-B8AB-C3B1FB54C64C}" type="presOf" srcId="{E8B4C9A9-BCB5-4CAB-8A7E-F5FEB3C5B476}" destId="{7300D100-4417-4995-870D-DFFA196348E5}" srcOrd="0" destOrd="0" presId="urn:microsoft.com/office/officeart/2005/8/layout/lProcess2"/>
    <dgm:cxn modelId="{899DC1F6-F344-4001-A3B6-9286BFCF6B7A}" srcId="{7DBCAF57-4C4F-4674-ABB1-C777547A4C3F}" destId="{8946EB6A-673A-4D29-B4D4-C29208F361B5}" srcOrd="0" destOrd="0" parTransId="{D2092E58-A85F-482C-A048-FCF01A1F6BC7}" sibTransId="{8B4B9942-23CF-4565-8C9C-B4317472CB8E}"/>
    <dgm:cxn modelId="{F8867AF8-25BA-4134-BCF1-B37610FAD714}" type="presOf" srcId="{986469BE-395D-4EF1-8029-FAD3F396F2CD}" destId="{A8738194-8AAF-45A1-A486-B78A193495EF}" srcOrd="0" destOrd="0" presId="urn:microsoft.com/office/officeart/2005/8/layout/lProcess2"/>
    <dgm:cxn modelId="{8D4450FF-D923-400C-BF69-306ADF2F37AD}" srcId="{C35C9B6D-E64A-4FC6-BD4A-1E5AF33D5CE5}" destId="{AC191973-A2AC-4C4D-971A-D80E3FE3E67A}" srcOrd="1" destOrd="0" parTransId="{35E3379B-DD8F-4251-8613-86897D79ADD6}" sibTransId="{74373D58-C23F-485D-9E6A-06709D7329C0}"/>
    <dgm:cxn modelId="{EE0344EF-41D6-46AE-9697-6C7219B840D7}" type="presParOf" srcId="{8F54464E-C2FA-490E-AA50-577FC5939F57}" destId="{0C1780AA-0D92-4CD5-816B-662A1846758E}" srcOrd="0" destOrd="0" presId="urn:microsoft.com/office/officeart/2005/8/layout/lProcess2"/>
    <dgm:cxn modelId="{01060116-47EC-4A6E-9BC0-06283E458796}" type="presParOf" srcId="{0C1780AA-0D92-4CD5-816B-662A1846758E}" destId="{11B7F185-0EE5-4D34-BF68-54D14BA9FD5B}" srcOrd="0" destOrd="0" presId="urn:microsoft.com/office/officeart/2005/8/layout/lProcess2"/>
    <dgm:cxn modelId="{EC0C8997-B4D6-4EE4-AEF4-4F251D886C37}" type="presParOf" srcId="{0C1780AA-0D92-4CD5-816B-662A1846758E}" destId="{214399BA-1268-45C5-B8E0-26E712F0AB22}" srcOrd="1" destOrd="0" presId="urn:microsoft.com/office/officeart/2005/8/layout/lProcess2"/>
    <dgm:cxn modelId="{1BDD44B3-8AD4-4649-8BEE-DF0B8CE39870}" type="presParOf" srcId="{0C1780AA-0D92-4CD5-816B-662A1846758E}" destId="{0EE78452-E801-4E14-8A16-B679120AC829}" srcOrd="2" destOrd="0" presId="urn:microsoft.com/office/officeart/2005/8/layout/lProcess2"/>
    <dgm:cxn modelId="{21A93ED1-BAD5-4804-9A28-22211CC796AE}" type="presParOf" srcId="{0EE78452-E801-4E14-8A16-B679120AC829}" destId="{B27A7104-5228-48FD-B54B-1947156E279D}" srcOrd="0" destOrd="0" presId="urn:microsoft.com/office/officeart/2005/8/layout/lProcess2"/>
    <dgm:cxn modelId="{C3BAD06B-8119-4940-8F49-9D94F3CAF771}" type="presParOf" srcId="{B27A7104-5228-48FD-B54B-1947156E279D}" destId="{F4C00953-AD73-4139-B230-9A5DC9438F76}" srcOrd="0" destOrd="0" presId="urn:microsoft.com/office/officeart/2005/8/layout/lProcess2"/>
    <dgm:cxn modelId="{8DA1D96F-2C19-4DB1-90E5-7E7D49DBF83E}" type="presParOf" srcId="{B27A7104-5228-48FD-B54B-1947156E279D}" destId="{EBF0C172-ED04-4708-9239-936A039EE84C}" srcOrd="1" destOrd="0" presId="urn:microsoft.com/office/officeart/2005/8/layout/lProcess2"/>
    <dgm:cxn modelId="{80E5F0CC-6247-4E11-8F04-20F9037A312B}" type="presParOf" srcId="{B27A7104-5228-48FD-B54B-1947156E279D}" destId="{955FB0F9-E3E0-40FC-BD18-DCF2C5C799F1}" srcOrd="2" destOrd="0" presId="urn:microsoft.com/office/officeart/2005/8/layout/lProcess2"/>
    <dgm:cxn modelId="{A964273C-6DB6-493C-9486-827E33FF8FF9}" type="presParOf" srcId="{B27A7104-5228-48FD-B54B-1947156E279D}" destId="{C079BC58-3824-445D-93DA-9C75844AAB0F}" srcOrd="3" destOrd="0" presId="urn:microsoft.com/office/officeart/2005/8/layout/lProcess2"/>
    <dgm:cxn modelId="{6F9F7100-A4AD-4882-B3C1-A08DA7135201}" type="presParOf" srcId="{B27A7104-5228-48FD-B54B-1947156E279D}" destId="{56E30929-0364-4145-94F2-F8B1451DF88B}" srcOrd="4" destOrd="0" presId="urn:microsoft.com/office/officeart/2005/8/layout/lProcess2"/>
    <dgm:cxn modelId="{8231C3D4-6977-4866-A029-E283B4CB135F}" type="presParOf" srcId="{B27A7104-5228-48FD-B54B-1947156E279D}" destId="{2AA92531-6963-4C98-B17A-C414CF0CA57F}" srcOrd="5" destOrd="0" presId="urn:microsoft.com/office/officeart/2005/8/layout/lProcess2"/>
    <dgm:cxn modelId="{E93DA7FF-CC3A-4475-8C8C-4C7ECE3843B3}" type="presParOf" srcId="{B27A7104-5228-48FD-B54B-1947156E279D}" destId="{54B5670B-E259-44FC-96AF-43B33B76C111}" srcOrd="6" destOrd="0" presId="urn:microsoft.com/office/officeart/2005/8/layout/lProcess2"/>
    <dgm:cxn modelId="{CCE02656-98D2-4739-9F94-CC4FAED3EEA3}" type="presParOf" srcId="{8F54464E-C2FA-490E-AA50-577FC5939F57}" destId="{6EC01D9F-C70E-4715-93A3-AE035F0AB7B2}" srcOrd="1" destOrd="0" presId="urn:microsoft.com/office/officeart/2005/8/layout/lProcess2"/>
    <dgm:cxn modelId="{3DFFAD4F-20C1-47EA-9BA4-5028DEA683C2}" type="presParOf" srcId="{8F54464E-C2FA-490E-AA50-577FC5939F57}" destId="{54BECEA3-74A0-4D1C-B5B0-AED39424516F}" srcOrd="2" destOrd="0" presId="urn:microsoft.com/office/officeart/2005/8/layout/lProcess2"/>
    <dgm:cxn modelId="{78BF1EF1-40CE-4318-A50E-754E1889F10B}" type="presParOf" srcId="{54BECEA3-74A0-4D1C-B5B0-AED39424516F}" destId="{0597EDB3-1488-472C-BB0D-723AF62581D4}" srcOrd="0" destOrd="0" presId="urn:microsoft.com/office/officeart/2005/8/layout/lProcess2"/>
    <dgm:cxn modelId="{A75099A9-CE91-48D2-9DF5-B794175ADA11}" type="presParOf" srcId="{54BECEA3-74A0-4D1C-B5B0-AED39424516F}" destId="{4E108B54-BC78-462A-BBD2-CE75303F36D6}" srcOrd="1" destOrd="0" presId="urn:microsoft.com/office/officeart/2005/8/layout/lProcess2"/>
    <dgm:cxn modelId="{7CAFDC82-A0A9-449A-B44B-F871F34CD10C}" type="presParOf" srcId="{54BECEA3-74A0-4D1C-B5B0-AED39424516F}" destId="{780F6921-9CA2-4F3A-9265-A3F7619CAE7B}" srcOrd="2" destOrd="0" presId="urn:microsoft.com/office/officeart/2005/8/layout/lProcess2"/>
    <dgm:cxn modelId="{F8EFE7EE-3A9E-4F2C-A6CB-11928B6DFAB7}" type="presParOf" srcId="{780F6921-9CA2-4F3A-9265-A3F7619CAE7B}" destId="{33F8B4B7-5612-4620-B87B-869DFECEC4A8}" srcOrd="0" destOrd="0" presId="urn:microsoft.com/office/officeart/2005/8/layout/lProcess2"/>
    <dgm:cxn modelId="{442DD549-18EA-4C7E-AAC7-9F206DEFF123}" type="presParOf" srcId="{33F8B4B7-5612-4620-B87B-869DFECEC4A8}" destId="{8C7FA966-4DA7-4F47-AF89-97A694A68CC7}" srcOrd="0" destOrd="0" presId="urn:microsoft.com/office/officeart/2005/8/layout/lProcess2"/>
    <dgm:cxn modelId="{1C05D92A-E178-49BE-B188-750368412B89}" type="presParOf" srcId="{33F8B4B7-5612-4620-B87B-869DFECEC4A8}" destId="{3AD4899F-529D-4CA9-B6A8-A2EF32CF9912}" srcOrd="1" destOrd="0" presId="urn:microsoft.com/office/officeart/2005/8/layout/lProcess2"/>
    <dgm:cxn modelId="{0C80DC9E-8748-491A-9FC8-1AF9B902CD68}" type="presParOf" srcId="{33F8B4B7-5612-4620-B87B-869DFECEC4A8}" destId="{DDBAB05B-6A3D-481B-813D-6E0084F894BE}" srcOrd="2" destOrd="0" presId="urn:microsoft.com/office/officeart/2005/8/layout/lProcess2"/>
    <dgm:cxn modelId="{326B1ED8-2863-4751-B191-6D0CF1DA2E3D}" type="presParOf" srcId="{8F54464E-C2FA-490E-AA50-577FC5939F57}" destId="{2129FD6E-BFB4-4341-BEB4-4E8F66CC8A20}" srcOrd="3" destOrd="0" presId="urn:microsoft.com/office/officeart/2005/8/layout/lProcess2"/>
    <dgm:cxn modelId="{5314C9D5-65E8-4E27-97F1-867ED558489B}" type="presParOf" srcId="{8F54464E-C2FA-490E-AA50-577FC5939F57}" destId="{14B577C8-A246-4C9B-84C1-762D64458C3C}" srcOrd="4" destOrd="0" presId="urn:microsoft.com/office/officeart/2005/8/layout/lProcess2"/>
    <dgm:cxn modelId="{7AC09047-97DE-4A75-B625-EB18BC47BA2F}" type="presParOf" srcId="{14B577C8-A246-4C9B-84C1-762D64458C3C}" destId="{A8738194-8AAF-45A1-A486-B78A193495EF}" srcOrd="0" destOrd="0" presId="urn:microsoft.com/office/officeart/2005/8/layout/lProcess2"/>
    <dgm:cxn modelId="{EE35123C-7A68-427E-AB72-AC8F72E91884}" type="presParOf" srcId="{14B577C8-A246-4C9B-84C1-762D64458C3C}" destId="{5BFED57A-CA8C-40B2-80DE-C94AD080A0ED}" srcOrd="1" destOrd="0" presId="urn:microsoft.com/office/officeart/2005/8/layout/lProcess2"/>
    <dgm:cxn modelId="{09A396C7-4D8F-4B3D-83DB-239D83A295CC}" type="presParOf" srcId="{14B577C8-A246-4C9B-84C1-762D64458C3C}" destId="{958C4E8E-0BB7-467C-B1E0-6AF14FF89A6B}" srcOrd="2" destOrd="0" presId="urn:microsoft.com/office/officeart/2005/8/layout/lProcess2"/>
    <dgm:cxn modelId="{5F123A09-FAA1-4481-9C55-261FC5A2931F}" type="presParOf" srcId="{958C4E8E-0BB7-467C-B1E0-6AF14FF89A6B}" destId="{877C7463-7404-4508-9167-11D9F30F9F3C}" srcOrd="0" destOrd="0" presId="urn:microsoft.com/office/officeart/2005/8/layout/lProcess2"/>
    <dgm:cxn modelId="{39E4D22D-68B3-4750-BE05-0714DE4E8ABB}" type="presParOf" srcId="{877C7463-7404-4508-9167-11D9F30F9F3C}" destId="{7300D100-4417-4995-870D-DFFA196348E5}" srcOrd="0" destOrd="0" presId="urn:microsoft.com/office/officeart/2005/8/layout/lProcess2"/>
    <dgm:cxn modelId="{F9007C29-FAAC-40F3-9A1E-87DDC3672F7B}" type="presParOf" srcId="{877C7463-7404-4508-9167-11D9F30F9F3C}" destId="{E57DF186-3201-47E1-B8E5-31DE70BA90CD}" srcOrd="1" destOrd="0" presId="urn:microsoft.com/office/officeart/2005/8/layout/lProcess2"/>
    <dgm:cxn modelId="{2BBCBF95-DF4E-4BE2-9ADD-B4D929C06F40}" type="presParOf" srcId="{877C7463-7404-4508-9167-11D9F30F9F3C}" destId="{4A31F245-E91C-4640-ACCD-8AEA684A9C53}"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49C125-C111-4F05-84D8-B6BB194A6E92}" type="doc">
      <dgm:prSet loTypeId="urn:microsoft.com/office/officeart/2008/layout/SquareAccentList" loCatId="list" qsTypeId="urn:microsoft.com/office/officeart/2005/8/quickstyle/3d2" qsCatId="3D" csTypeId="urn:microsoft.com/office/officeart/2005/8/colors/accent1_2" csCatId="accent1" phldr="1"/>
      <dgm:spPr/>
      <dgm:t>
        <a:bodyPr/>
        <a:lstStyle/>
        <a:p>
          <a:endParaRPr lang="tr-TR"/>
        </a:p>
      </dgm:t>
    </dgm:pt>
    <dgm:pt modelId="{2CA5CF17-E762-441D-8B55-41940C7B0D61}">
      <dgm:prSet phldrT="[Metin]" phldr="0" custT="1"/>
      <dgm:spPr/>
      <dgm:t>
        <a:bodyPr/>
        <a:lstStyle/>
        <a:p>
          <a:r>
            <a:rPr lang="tr-TR" sz="1800" b="1" dirty="0"/>
            <a:t>Yazılım ve Algoritma Altyapısı</a:t>
          </a:r>
          <a:endParaRPr lang="tr-TR" sz="1800" dirty="0"/>
        </a:p>
      </dgm:t>
    </dgm:pt>
    <dgm:pt modelId="{DB962F01-46A1-400B-9150-D225B0D7CCAB}" type="parTrans" cxnId="{5D4D9241-0D1B-4D39-A5B0-628F981C2F14}">
      <dgm:prSet/>
      <dgm:spPr/>
      <dgm:t>
        <a:bodyPr/>
        <a:lstStyle/>
        <a:p>
          <a:endParaRPr lang="tr-TR"/>
        </a:p>
      </dgm:t>
    </dgm:pt>
    <dgm:pt modelId="{F047A6AA-AFDB-4F65-BCFD-DD6CF998C222}" type="sibTrans" cxnId="{5D4D9241-0D1B-4D39-A5B0-628F981C2F14}">
      <dgm:prSet/>
      <dgm:spPr/>
      <dgm:t>
        <a:bodyPr/>
        <a:lstStyle/>
        <a:p>
          <a:endParaRPr lang="tr-TR"/>
        </a:p>
      </dgm:t>
    </dgm:pt>
    <dgm:pt modelId="{A093F458-565B-425E-ADB5-0883BE74EBA8}">
      <dgm:prSet custT="1"/>
      <dgm:spPr/>
      <dgm:t>
        <a:bodyPr/>
        <a:lstStyle/>
        <a:p>
          <a:pPr>
            <a:buFont typeface="Arial" panose="020B0604020202020204" pitchFamily="34" charset="0"/>
            <a:buChar char="•"/>
          </a:pPr>
          <a:r>
            <a:rPr lang="tr-TR" sz="1600" dirty="0"/>
            <a:t>Python / C++</a:t>
          </a:r>
        </a:p>
      </dgm:t>
    </dgm:pt>
    <dgm:pt modelId="{E58206F4-A05C-462B-86F6-394EF36A4F12}" type="parTrans" cxnId="{0B4DB550-1A44-42A1-AB02-652CE9258DA3}">
      <dgm:prSet/>
      <dgm:spPr/>
      <dgm:t>
        <a:bodyPr/>
        <a:lstStyle/>
        <a:p>
          <a:endParaRPr lang="tr-TR"/>
        </a:p>
      </dgm:t>
    </dgm:pt>
    <dgm:pt modelId="{C57043EE-9694-4191-AD44-2267330150A9}" type="sibTrans" cxnId="{0B4DB550-1A44-42A1-AB02-652CE9258DA3}">
      <dgm:prSet/>
      <dgm:spPr/>
      <dgm:t>
        <a:bodyPr/>
        <a:lstStyle/>
        <a:p>
          <a:endParaRPr lang="tr-TR"/>
        </a:p>
      </dgm:t>
    </dgm:pt>
    <dgm:pt modelId="{00B8D03C-F425-488E-B9BB-84847738FCEE}">
      <dgm:prSet custT="1"/>
      <dgm:spPr/>
      <dgm:t>
        <a:bodyPr/>
        <a:lstStyle/>
        <a:p>
          <a:pPr>
            <a:buFont typeface="Arial" panose="020B0604020202020204" pitchFamily="34" charset="0"/>
            <a:buChar char="•"/>
          </a:pPr>
          <a:r>
            <a:rPr lang="tr-TR" sz="1600" dirty="0"/>
            <a:t>SHAP &amp; LIME (Açıklanabilir Yapay Zeka - XAI)</a:t>
          </a:r>
        </a:p>
      </dgm:t>
    </dgm:pt>
    <dgm:pt modelId="{323E4CA3-5475-46EE-BBEC-A006A8D83DAB}" type="parTrans" cxnId="{2FAE3DC4-1273-4D53-A83F-7AB95BFC897D}">
      <dgm:prSet/>
      <dgm:spPr/>
      <dgm:t>
        <a:bodyPr/>
        <a:lstStyle/>
        <a:p>
          <a:endParaRPr lang="tr-TR"/>
        </a:p>
      </dgm:t>
    </dgm:pt>
    <dgm:pt modelId="{04F65006-93CF-4352-9E93-7521E8E112EC}" type="sibTrans" cxnId="{2FAE3DC4-1273-4D53-A83F-7AB95BFC897D}">
      <dgm:prSet/>
      <dgm:spPr/>
      <dgm:t>
        <a:bodyPr/>
        <a:lstStyle/>
        <a:p>
          <a:endParaRPr lang="tr-TR"/>
        </a:p>
      </dgm:t>
    </dgm:pt>
    <dgm:pt modelId="{AA464AA5-26D9-459F-8635-076827F51333}">
      <dgm:prSet custT="1"/>
      <dgm:spPr/>
      <dgm:t>
        <a:bodyPr/>
        <a:lstStyle/>
        <a:p>
          <a:pPr>
            <a:buNone/>
          </a:pPr>
          <a:r>
            <a:rPr lang="tr-TR" sz="1800" b="1" dirty="0"/>
            <a:t>Simülasyon ve Ortamı</a:t>
          </a:r>
        </a:p>
      </dgm:t>
    </dgm:pt>
    <dgm:pt modelId="{41C79991-8EEC-453A-847D-1CED45CB4D32}" type="parTrans" cxnId="{BEEAA699-6451-455E-AECB-4D2B8EE59435}">
      <dgm:prSet/>
      <dgm:spPr/>
      <dgm:t>
        <a:bodyPr/>
        <a:lstStyle/>
        <a:p>
          <a:endParaRPr lang="tr-TR"/>
        </a:p>
      </dgm:t>
    </dgm:pt>
    <dgm:pt modelId="{8162193D-EF12-4064-8D20-8DA3F45F7B99}" type="sibTrans" cxnId="{BEEAA699-6451-455E-AECB-4D2B8EE59435}">
      <dgm:prSet/>
      <dgm:spPr/>
      <dgm:t>
        <a:bodyPr/>
        <a:lstStyle/>
        <a:p>
          <a:endParaRPr lang="tr-TR"/>
        </a:p>
      </dgm:t>
    </dgm:pt>
    <dgm:pt modelId="{996ADEBC-A0F8-4CBA-B0B5-8B0ADB3FDBEF}">
      <dgm:prSet custT="1"/>
      <dgm:spPr/>
      <dgm:t>
        <a:bodyPr/>
        <a:lstStyle/>
        <a:p>
          <a:pPr>
            <a:buFont typeface="Arial" panose="020B0604020202020204" pitchFamily="34" charset="0"/>
            <a:buChar char="•"/>
          </a:pPr>
          <a:r>
            <a:rPr lang="tr-TR" sz="1600" dirty="0" err="1"/>
            <a:t>Gymnasium</a:t>
          </a:r>
          <a:r>
            <a:rPr lang="tr-TR" sz="1600" dirty="0"/>
            <a:t> API (Standart Çevre Arayüzü)</a:t>
          </a:r>
        </a:p>
      </dgm:t>
    </dgm:pt>
    <dgm:pt modelId="{280CC232-5705-4C03-AC89-19F640AB00B4}" type="parTrans" cxnId="{C61BF3D0-FBBF-4F13-9996-F0A206C62311}">
      <dgm:prSet/>
      <dgm:spPr/>
      <dgm:t>
        <a:bodyPr/>
        <a:lstStyle/>
        <a:p>
          <a:endParaRPr lang="tr-TR"/>
        </a:p>
      </dgm:t>
    </dgm:pt>
    <dgm:pt modelId="{FA58A31A-460C-4ED9-A249-0DBCD5FB7F33}" type="sibTrans" cxnId="{C61BF3D0-FBBF-4F13-9996-F0A206C62311}">
      <dgm:prSet/>
      <dgm:spPr/>
      <dgm:t>
        <a:bodyPr/>
        <a:lstStyle/>
        <a:p>
          <a:endParaRPr lang="tr-TR"/>
        </a:p>
      </dgm:t>
    </dgm:pt>
    <dgm:pt modelId="{81534FF0-D19F-4E59-AAA9-28902D5188BF}">
      <dgm:prSet custT="1"/>
      <dgm:spPr/>
      <dgm:t>
        <a:bodyPr/>
        <a:lstStyle/>
        <a:p>
          <a:pPr>
            <a:buFont typeface="Arial" panose="020B0604020202020204" pitchFamily="34" charset="0"/>
            <a:buChar char="•"/>
          </a:pPr>
          <a:r>
            <a:rPr lang="tr-TR" sz="1600" dirty="0"/>
            <a:t>3-DoF </a:t>
          </a:r>
          <a:r>
            <a:rPr lang="tr-TR" sz="1600" dirty="0" err="1"/>
            <a:t>Vektörize</a:t>
          </a:r>
          <a:r>
            <a:rPr lang="tr-TR" sz="1600" dirty="0"/>
            <a:t> Kinematik Motoru</a:t>
          </a:r>
        </a:p>
      </dgm:t>
    </dgm:pt>
    <dgm:pt modelId="{8CD89756-46D3-4DB0-8618-897BC9CD1DBE}" type="parTrans" cxnId="{58D3AC1C-4ED2-45B6-A3FA-9A9DD9C5F222}">
      <dgm:prSet/>
      <dgm:spPr/>
      <dgm:t>
        <a:bodyPr/>
        <a:lstStyle/>
        <a:p>
          <a:endParaRPr lang="tr-TR"/>
        </a:p>
      </dgm:t>
    </dgm:pt>
    <dgm:pt modelId="{B74C1996-10AE-4E46-81FB-DCBD51D34F1E}" type="sibTrans" cxnId="{58D3AC1C-4ED2-45B6-A3FA-9A9DD9C5F222}">
      <dgm:prSet/>
      <dgm:spPr/>
      <dgm:t>
        <a:bodyPr/>
        <a:lstStyle/>
        <a:p>
          <a:endParaRPr lang="tr-TR"/>
        </a:p>
      </dgm:t>
    </dgm:pt>
    <dgm:pt modelId="{FBC5A218-7DBD-4D3F-A83E-BFB92DA6A60A}">
      <dgm:prSet custT="1"/>
      <dgm:spPr/>
      <dgm:t>
        <a:bodyPr/>
        <a:lstStyle/>
        <a:p>
          <a:pPr>
            <a:buNone/>
          </a:pPr>
          <a:r>
            <a:rPr lang="tr-TR" sz="1800" b="1" dirty="0"/>
            <a:t>Hesaplama ve Donanım Bileşenleri</a:t>
          </a:r>
        </a:p>
      </dgm:t>
    </dgm:pt>
    <dgm:pt modelId="{6139786B-D65A-43C8-9CE2-D535EAAD0167}" type="parTrans" cxnId="{3AFE0D05-B534-4C24-8E5F-405E0B21249A}">
      <dgm:prSet/>
      <dgm:spPr/>
      <dgm:t>
        <a:bodyPr/>
        <a:lstStyle/>
        <a:p>
          <a:endParaRPr lang="tr-TR"/>
        </a:p>
      </dgm:t>
    </dgm:pt>
    <dgm:pt modelId="{BB75D768-924E-4034-BC91-C6FF30598309}" type="sibTrans" cxnId="{3AFE0D05-B534-4C24-8E5F-405E0B21249A}">
      <dgm:prSet/>
      <dgm:spPr/>
      <dgm:t>
        <a:bodyPr/>
        <a:lstStyle/>
        <a:p>
          <a:endParaRPr lang="tr-TR"/>
        </a:p>
      </dgm:t>
    </dgm:pt>
    <dgm:pt modelId="{1A0B938F-BE53-4853-B427-E3157E449077}">
      <dgm:prSet custT="1"/>
      <dgm:spPr/>
      <dgm:t>
        <a:bodyPr/>
        <a:lstStyle/>
        <a:p>
          <a:pPr>
            <a:buFont typeface="Arial" panose="020B0604020202020204" pitchFamily="34" charset="0"/>
            <a:buChar char="•"/>
          </a:pPr>
          <a:r>
            <a:rPr lang="tr-TR" sz="1600" dirty="0"/>
            <a:t>NVIDIA RTX 4060 Ti 8GB GPU</a:t>
          </a:r>
        </a:p>
      </dgm:t>
    </dgm:pt>
    <dgm:pt modelId="{6FA123DA-9BC0-4EE6-86CA-365EF1E44BF4}" type="parTrans" cxnId="{49C0C187-6832-46C0-BE97-EC9FD9C0921F}">
      <dgm:prSet/>
      <dgm:spPr/>
      <dgm:t>
        <a:bodyPr/>
        <a:lstStyle/>
        <a:p>
          <a:endParaRPr lang="tr-TR"/>
        </a:p>
      </dgm:t>
    </dgm:pt>
    <dgm:pt modelId="{8DCE10B1-B1B4-413E-99C2-A8F0EB537F26}" type="sibTrans" cxnId="{49C0C187-6832-46C0-BE97-EC9FD9C0921F}">
      <dgm:prSet/>
      <dgm:spPr/>
      <dgm:t>
        <a:bodyPr/>
        <a:lstStyle/>
        <a:p>
          <a:endParaRPr lang="tr-TR"/>
        </a:p>
      </dgm:t>
    </dgm:pt>
    <dgm:pt modelId="{9968CCBF-3EE4-4E71-B6B0-BADF276C923E}">
      <dgm:prSet custT="1"/>
      <dgm:spPr/>
      <dgm:t>
        <a:bodyPr/>
        <a:lstStyle/>
        <a:p>
          <a:pPr>
            <a:buFont typeface="Arial" panose="020B0604020202020204" pitchFamily="34" charset="0"/>
            <a:buChar char="•"/>
          </a:pPr>
          <a:r>
            <a:rPr lang="tr-TR" sz="1600" dirty="0"/>
            <a:t>Intel </a:t>
          </a:r>
          <a:r>
            <a:rPr lang="tr-TR" sz="1600" dirty="0" err="1"/>
            <a:t>Core</a:t>
          </a:r>
          <a:r>
            <a:rPr lang="tr-TR" sz="1600" dirty="0"/>
            <a:t> i5-13400F CPU</a:t>
          </a:r>
        </a:p>
      </dgm:t>
    </dgm:pt>
    <dgm:pt modelId="{A36FF324-B44E-4233-B06B-09951E29161B}" type="parTrans" cxnId="{8B64E10D-6474-4EFF-A2E6-5CFB87F64C18}">
      <dgm:prSet/>
      <dgm:spPr/>
      <dgm:t>
        <a:bodyPr/>
        <a:lstStyle/>
        <a:p>
          <a:endParaRPr lang="tr-TR"/>
        </a:p>
      </dgm:t>
    </dgm:pt>
    <dgm:pt modelId="{5FDD198E-40D9-4DB0-ACC9-767FDD986514}" type="sibTrans" cxnId="{8B64E10D-6474-4EFF-A2E6-5CFB87F64C18}">
      <dgm:prSet/>
      <dgm:spPr/>
      <dgm:t>
        <a:bodyPr/>
        <a:lstStyle/>
        <a:p>
          <a:endParaRPr lang="tr-TR"/>
        </a:p>
      </dgm:t>
    </dgm:pt>
    <dgm:pt modelId="{149FAABE-DDD6-40D1-8B75-0BDE557E770F}">
      <dgm:prSet custT="1"/>
      <dgm:spPr/>
      <dgm:t>
        <a:bodyPr/>
        <a:lstStyle/>
        <a:p>
          <a:pPr>
            <a:buFont typeface="Arial" panose="020B0604020202020204" pitchFamily="34" charset="0"/>
            <a:buChar char="•"/>
          </a:pPr>
          <a:r>
            <a:rPr lang="tr-TR" sz="1600" dirty="0"/>
            <a:t>NVIDIA CUDA &amp; </a:t>
          </a:r>
          <a:r>
            <a:rPr lang="tr-TR" sz="1600" dirty="0" err="1"/>
            <a:t>TensorRT</a:t>
          </a:r>
          <a:r>
            <a:rPr lang="tr-TR" sz="1600" dirty="0"/>
            <a:t> (Çıkarım Optimizasyonu)</a:t>
          </a:r>
        </a:p>
      </dgm:t>
    </dgm:pt>
    <dgm:pt modelId="{ADEDA0B0-7998-44AA-94AC-2BF062270332}" type="parTrans" cxnId="{A7F45340-307C-49C7-8821-553632A955FF}">
      <dgm:prSet/>
      <dgm:spPr/>
      <dgm:t>
        <a:bodyPr/>
        <a:lstStyle/>
        <a:p>
          <a:endParaRPr lang="tr-TR"/>
        </a:p>
      </dgm:t>
    </dgm:pt>
    <dgm:pt modelId="{79FBC6C8-5030-4279-87E1-CCAE02281522}" type="sibTrans" cxnId="{A7F45340-307C-49C7-8821-553632A955FF}">
      <dgm:prSet/>
      <dgm:spPr/>
      <dgm:t>
        <a:bodyPr/>
        <a:lstStyle/>
        <a:p>
          <a:endParaRPr lang="tr-TR"/>
        </a:p>
      </dgm:t>
    </dgm:pt>
    <dgm:pt modelId="{F5232879-233D-4D64-B2EF-93BEF441D02A}">
      <dgm:prSet custT="1"/>
      <dgm:spPr/>
      <dgm:t>
        <a:bodyPr/>
        <a:lstStyle/>
        <a:p>
          <a:pPr>
            <a:buFont typeface="Arial" panose="020B0604020202020204" pitchFamily="34" charset="0"/>
            <a:buChar char="•"/>
          </a:pPr>
          <a:r>
            <a:rPr lang="tr-TR" sz="1600"/>
            <a:t>PyTorch &amp; Stable-Baselines3 (SAC / TD3 / PPO)</a:t>
          </a:r>
          <a:endParaRPr lang="tr-TR" sz="1600" dirty="0"/>
        </a:p>
      </dgm:t>
    </dgm:pt>
    <dgm:pt modelId="{5E0F4D59-5C38-4DE3-AC6F-99D15347F0BE}" type="parTrans" cxnId="{4708B78B-E8D3-4DF1-870E-2EB1BE42CF8A}">
      <dgm:prSet/>
      <dgm:spPr/>
      <dgm:t>
        <a:bodyPr/>
        <a:lstStyle/>
        <a:p>
          <a:endParaRPr lang="tr-TR"/>
        </a:p>
      </dgm:t>
    </dgm:pt>
    <dgm:pt modelId="{7AACC594-E982-4360-AEBA-FE38AED1877E}" type="sibTrans" cxnId="{4708B78B-E8D3-4DF1-870E-2EB1BE42CF8A}">
      <dgm:prSet/>
      <dgm:spPr/>
      <dgm:t>
        <a:bodyPr/>
        <a:lstStyle/>
        <a:p>
          <a:endParaRPr lang="tr-TR"/>
        </a:p>
      </dgm:t>
    </dgm:pt>
    <dgm:pt modelId="{387296D7-4930-463A-8652-717FF07D882D}">
      <dgm:prSet custT="1"/>
      <dgm:spPr/>
      <dgm:t>
        <a:bodyPr/>
        <a:lstStyle/>
        <a:p>
          <a:pPr>
            <a:buFont typeface="Arial" panose="020B0604020202020204" pitchFamily="34" charset="0"/>
            <a:buChar char="•"/>
          </a:pPr>
          <a:r>
            <a:rPr lang="tr-TR" sz="1600" dirty="0"/>
            <a:t>NVIDIA Isaac </a:t>
          </a:r>
          <a:r>
            <a:rPr lang="tr-TR" sz="1600" dirty="0" err="1"/>
            <a:t>Gym</a:t>
          </a:r>
          <a:r>
            <a:rPr lang="tr-TR" sz="1600" dirty="0"/>
            <a:t> / JAX (GPU Hızlandırma)</a:t>
          </a:r>
        </a:p>
      </dgm:t>
    </dgm:pt>
    <dgm:pt modelId="{6AC5A4E5-04C0-4A1A-8878-A8DB499097A1}" type="parTrans" cxnId="{63C46F58-C87D-4E10-8716-40487E4B6371}">
      <dgm:prSet/>
      <dgm:spPr/>
      <dgm:t>
        <a:bodyPr/>
        <a:lstStyle/>
        <a:p>
          <a:endParaRPr lang="tr-TR"/>
        </a:p>
      </dgm:t>
    </dgm:pt>
    <dgm:pt modelId="{24CF50F5-9B0E-48FE-8FE3-78D9500D159C}" type="sibTrans" cxnId="{63C46F58-C87D-4E10-8716-40487E4B6371}">
      <dgm:prSet/>
      <dgm:spPr/>
      <dgm:t>
        <a:bodyPr/>
        <a:lstStyle/>
        <a:p>
          <a:endParaRPr lang="tr-TR"/>
        </a:p>
      </dgm:t>
    </dgm:pt>
    <dgm:pt modelId="{DFA50DD3-D1F1-4558-B1F5-827D22FD8CC6}">
      <dgm:prSet custT="1"/>
      <dgm:spPr/>
      <dgm:t>
        <a:bodyPr/>
        <a:lstStyle/>
        <a:p>
          <a:pPr>
            <a:buFont typeface="Arial" panose="020B0604020202020204" pitchFamily="34" charset="0"/>
            <a:buChar char="•"/>
          </a:pPr>
          <a:r>
            <a:rPr lang="tr-TR" sz="1600"/>
            <a:t>Çoklu Monte Carlo Testleri</a:t>
          </a:r>
          <a:endParaRPr lang="tr-TR" sz="1600" dirty="0"/>
        </a:p>
      </dgm:t>
    </dgm:pt>
    <dgm:pt modelId="{9C8EE4ED-CD22-438E-B1D6-408C99E1D633}" type="parTrans" cxnId="{1096D9B5-5E5D-4E7A-97C4-15B611C7AC1E}">
      <dgm:prSet/>
      <dgm:spPr/>
      <dgm:t>
        <a:bodyPr/>
        <a:lstStyle/>
        <a:p>
          <a:endParaRPr lang="tr-TR"/>
        </a:p>
      </dgm:t>
    </dgm:pt>
    <dgm:pt modelId="{FE373492-97C9-4872-A9D0-C8142418ACA3}" type="sibTrans" cxnId="{1096D9B5-5E5D-4E7A-97C4-15B611C7AC1E}">
      <dgm:prSet/>
      <dgm:spPr/>
      <dgm:t>
        <a:bodyPr/>
        <a:lstStyle/>
        <a:p>
          <a:endParaRPr lang="tr-TR"/>
        </a:p>
      </dgm:t>
    </dgm:pt>
    <dgm:pt modelId="{B5D29F30-0D1C-437C-A65E-68C1F68F27E1}" type="pres">
      <dgm:prSet presAssocID="{7949C125-C111-4F05-84D8-B6BB194A6E92}" presName="layout" presStyleCnt="0">
        <dgm:presLayoutVars>
          <dgm:chMax/>
          <dgm:chPref/>
          <dgm:dir/>
          <dgm:resizeHandles/>
        </dgm:presLayoutVars>
      </dgm:prSet>
      <dgm:spPr/>
    </dgm:pt>
    <dgm:pt modelId="{452A0C43-6C2F-4339-BB4A-E4C961CA0D4D}" type="pres">
      <dgm:prSet presAssocID="{2CA5CF17-E762-441D-8B55-41940C7B0D61}" presName="root" presStyleCnt="0">
        <dgm:presLayoutVars>
          <dgm:chMax/>
          <dgm:chPref/>
        </dgm:presLayoutVars>
      </dgm:prSet>
      <dgm:spPr/>
    </dgm:pt>
    <dgm:pt modelId="{DAF1D5EB-4383-4DA7-87A6-94F46EEECF6E}" type="pres">
      <dgm:prSet presAssocID="{2CA5CF17-E762-441D-8B55-41940C7B0D61}" presName="rootComposite" presStyleCnt="0">
        <dgm:presLayoutVars/>
      </dgm:prSet>
      <dgm:spPr/>
    </dgm:pt>
    <dgm:pt modelId="{80710A8D-6EF1-4758-9FAF-808EAC52A297}" type="pres">
      <dgm:prSet presAssocID="{2CA5CF17-E762-441D-8B55-41940C7B0D61}" presName="ParentAccent" presStyleLbl="alignNode1" presStyleIdx="0" presStyleCnt="3"/>
      <dgm:spPr/>
    </dgm:pt>
    <dgm:pt modelId="{B24CFFFF-6C3A-4B20-9991-EB53E50D2DDE}" type="pres">
      <dgm:prSet presAssocID="{2CA5CF17-E762-441D-8B55-41940C7B0D61}" presName="ParentSmallAccent" presStyleLbl="fgAcc1" presStyleIdx="0" presStyleCnt="3"/>
      <dgm:spPr/>
    </dgm:pt>
    <dgm:pt modelId="{760EE94C-4160-4652-9593-C2B06B389779}" type="pres">
      <dgm:prSet presAssocID="{2CA5CF17-E762-441D-8B55-41940C7B0D61}" presName="Parent" presStyleLbl="revTx" presStyleIdx="0" presStyleCnt="13">
        <dgm:presLayoutVars>
          <dgm:chMax/>
          <dgm:chPref val="4"/>
          <dgm:bulletEnabled val="1"/>
        </dgm:presLayoutVars>
      </dgm:prSet>
      <dgm:spPr/>
    </dgm:pt>
    <dgm:pt modelId="{9A7391C0-4519-4F04-B32A-3AA696BE91FA}" type="pres">
      <dgm:prSet presAssocID="{2CA5CF17-E762-441D-8B55-41940C7B0D61}" presName="childShape" presStyleCnt="0">
        <dgm:presLayoutVars>
          <dgm:chMax val="0"/>
          <dgm:chPref val="0"/>
        </dgm:presLayoutVars>
      </dgm:prSet>
      <dgm:spPr/>
    </dgm:pt>
    <dgm:pt modelId="{20DFE9E3-C138-4D2E-AEC8-776EFCBD731B}" type="pres">
      <dgm:prSet presAssocID="{A093F458-565B-425E-ADB5-0883BE74EBA8}" presName="childComposite" presStyleCnt="0">
        <dgm:presLayoutVars>
          <dgm:chMax val="0"/>
          <dgm:chPref val="0"/>
        </dgm:presLayoutVars>
      </dgm:prSet>
      <dgm:spPr/>
    </dgm:pt>
    <dgm:pt modelId="{2D6D862C-2484-479D-BC25-808FDC2B79D7}" type="pres">
      <dgm:prSet presAssocID="{A093F458-565B-425E-ADB5-0883BE74EBA8}" presName="ChildAccent" presStyleLbl="solidFgAcc1" presStyleIdx="0" presStyleCnt="10"/>
      <dgm:spPr/>
    </dgm:pt>
    <dgm:pt modelId="{0F5A7B82-31FB-4D9D-BA74-6CE9EA8721EB}" type="pres">
      <dgm:prSet presAssocID="{A093F458-565B-425E-ADB5-0883BE74EBA8}" presName="Child" presStyleLbl="revTx" presStyleIdx="1" presStyleCnt="13">
        <dgm:presLayoutVars>
          <dgm:chMax val="0"/>
          <dgm:chPref val="0"/>
          <dgm:bulletEnabled val="1"/>
        </dgm:presLayoutVars>
      </dgm:prSet>
      <dgm:spPr/>
    </dgm:pt>
    <dgm:pt modelId="{73D8B1E4-5F95-42C0-943D-2FD268C1B660}" type="pres">
      <dgm:prSet presAssocID="{F5232879-233D-4D64-B2EF-93BEF441D02A}" presName="childComposite" presStyleCnt="0">
        <dgm:presLayoutVars>
          <dgm:chMax val="0"/>
          <dgm:chPref val="0"/>
        </dgm:presLayoutVars>
      </dgm:prSet>
      <dgm:spPr/>
    </dgm:pt>
    <dgm:pt modelId="{82340549-FC47-4D9F-BC12-92ADB743837C}" type="pres">
      <dgm:prSet presAssocID="{F5232879-233D-4D64-B2EF-93BEF441D02A}" presName="ChildAccent" presStyleLbl="solidFgAcc1" presStyleIdx="1" presStyleCnt="10"/>
      <dgm:spPr/>
    </dgm:pt>
    <dgm:pt modelId="{E486BA4D-7EFA-413D-8510-DE6492FBEFB2}" type="pres">
      <dgm:prSet presAssocID="{F5232879-233D-4D64-B2EF-93BEF441D02A}" presName="Child" presStyleLbl="revTx" presStyleIdx="2" presStyleCnt="13">
        <dgm:presLayoutVars>
          <dgm:chMax val="0"/>
          <dgm:chPref val="0"/>
          <dgm:bulletEnabled val="1"/>
        </dgm:presLayoutVars>
      </dgm:prSet>
      <dgm:spPr/>
    </dgm:pt>
    <dgm:pt modelId="{E036830B-4039-4AF2-A896-6EEEB2CC3D6D}" type="pres">
      <dgm:prSet presAssocID="{00B8D03C-F425-488E-B9BB-84847738FCEE}" presName="childComposite" presStyleCnt="0">
        <dgm:presLayoutVars>
          <dgm:chMax val="0"/>
          <dgm:chPref val="0"/>
        </dgm:presLayoutVars>
      </dgm:prSet>
      <dgm:spPr/>
    </dgm:pt>
    <dgm:pt modelId="{0F9B4376-CD6A-4203-A80E-DB1B0334D3C4}" type="pres">
      <dgm:prSet presAssocID="{00B8D03C-F425-488E-B9BB-84847738FCEE}" presName="ChildAccent" presStyleLbl="solidFgAcc1" presStyleIdx="2" presStyleCnt="10"/>
      <dgm:spPr/>
    </dgm:pt>
    <dgm:pt modelId="{B2FA86D9-BFEF-41E1-8632-8F502BB538F9}" type="pres">
      <dgm:prSet presAssocID="{00B8D03C-F425-488E-B9BB-84847738FCEE}" presName="Child" presStyleLbl="revTx" presStyleIdx="3" presStyleCnt="13">
        <dgm:presLayoutVars>
          <dgm:chMax val="0"/>
          <dgm:chPref val="0"/>
          <dgm:bulletEnabled val="1"/>
        </dgm:presLayoutVars>
      </dgm:prSet>
      <dgm:spPr/>
    </dgm:pt>
    <dgm:pt modelId="{FD63964B-5C7E-4C7D-BF27-842E6A9D0813}" type="pres">
      <dgm:prSet presAssocID="{AA464AA5-26D9-459F-8635-076827F51333}" presName="root" presStyleCnt="0">
        <dgm:presLayoutVars>
          <dgm:chMax/>
          <dgm:chPref/>
        </dgm:presLayoutVars>
      </dgm:prSet>
      <dgm:spPr/>
    </dgm:pt>
    <dgm:pt modelId="{16DD8948-D351-4808-BD7A-ADF959B140A4}" type="pres">
      <dgm:prSet presAssocID="{AA464AA5-26D9-459F-8635-076827F51333}" presName="rootComposite" presStyleCnt="0">
        <dgm:presLayoutVars/>
      </dgm:prSet>
      <dgm:spPr/>
    </dgm:pt>
    <dgm:pt modelId="{A1FADEB8-303A-4369-B50F-95F5002404EB}" type="pres">
      <dgm:prSet presAssocID="{AA464AA5-26D9-459F-8635-076827F51333}" presName="ParentAccent" presStyleLbl="alignNode1" presStyleIdx="1" presStyleCnt="3"/>
      <dgm:spPr/>
    </dgm:pt>
    <dgm:pt modelId="{6AD916C7-88CE-4CF4-A5DA-5ADF1D54B5AA}" type="pres">
      <dgm:prSet presAssocID="{AA464AA5-26D9-459F-8635-076827F51333}" presName="ParentSmallAccent" presStyleLbl="fgAcc1" presStyleIdx="1" presStyleCnt="3"/>
      <dgm:spPr/>
    </dgm:pt>
    <dgm:pt modelId="{82688946-0BA9-4765-9E03-31983F0BC78D}" type="pres">
      <dgm:prSet presAssocID="{AA464AA5-26D9-459F-8635-076827F51333}" presName="Parent" presStyleLbl="revTx" presStyleIdx="4" presStyleCnt="13">
        <dgm:presLayoutVars>
          <dgm:chMax/>
          <dgm:chPref val="4"/>
          <dgm:bulletEnabled val="1"/>
        </dgm:presLayoutVars>
      </dgm:prSet>
      <dgm:spPr/>
    </dgm:pt>
    <dgm:pt modelId="{F15BDECF-D6A6-40E4-AC17-8785952FA82F}" type="pres">
      <dgm:prSet presAssocID="{AA464AA5-26D9-459F-8635-076827F51333}" presName="childShape" presStyleCnt="0">
        <dgm:presLayoutVars>
          <dgm:chMax val="0"/>
          <dgm:chPref val="0"/>
        </dgm:presLayoutVars>
      </dgm:prSet>
      <dgm:spPr/>
    </dgm:pt>
    <dgm:pt modelId="{18F1E7B1-D55B-430E-9871-7599D66CAD2D}" type="pres">
      <dgm:prSet presAssocID="{996ADEBC-A0F8-4CBA-B0B5-8B0ADB3FDBEF}" presName="childComposite" presStyleCnt="0">
        <dgm:presLayoutVars>
          <dgm:chMax val="0"/>
          <dgm:chPref val="0"/>
        </dgm:presLayoutVars>
      </dgm:prSet>
      <dgm:spPr/>
    </dgm:pt>
    <dgm:pt modelId="{8167D019-179B-4ECD-B873-C389FF088CED}" type="pres">
      <dgm:prSet presAssocID="{996ADEBC-A0F8-4CBA-B0B5-8B0ADB3FDBEF}" presName="ChildAccent" presStyleLbl="solidFgAcc1" presStyleIdx="3" presStyleCnt="10"/>
      <dgm:spPr/>
    </dgm:pt>
    <dgm:pt modelId="{90B9EFA6-B928-492A-BCDD-2C4FAD1EB72B}" type="pres">
      <dgm:prSet presAssocID="{996ADEBC-A0F8-4CBA-B0B5-8B0ADB3FDBEF}" presName="Child" presStyleLbl="revTx" presStyleIdx="5" presStyleCnt="13">
        <dgm:presLayoutVars>
          <dgm:chMax val="0"/>
          <dgm:chPref val="0"/>
          <dgm:bulletEnabled val="1"/>
        </dgm:presLayoutVars>
      </dgm:prSet>
      <dgm:spPr/>
    </dgm:pt>
    <dgm:pt modelId="{497E0823-21E7-4D76-8069-A2633B6B9874}" type="pres">
      <dgm:prSet presAssocID="{81534FF0-D19F-4E59-AAA9-28902D5188BF}" presName="childComposite" presStyleCnt="0">
        <dgm:presLayoutVars>
          <dgm:chMax val="0"/>
          <dgm:chPref val="0"/>
        </dgm:presLayoutVars>
      </dgm:prSet>
      <dgm:spPr/>
    </dgm:pt>
    <dgm:pt modelId="{BEA3B5CD-4345-45FE-A7E3-E0AF4B54BC93}" type="pres">
      <dgm:prSet presAssocID="{81534FF0-D19F-4E59-AAA9-28902D5188BF}" presName="ChildAccent" presStyleLbl="solidFgAcc1" presStyleIdx="4" presStyleCnt="10"/>
      <dgm:spPr/>
    </dgm:pt>
    <dgm:pt modelId="{4B454382-6C42-4C1C-A9B2-D4F56DB39485}" type="pres">
      <dgm:prSet presAssocID="{81534FF0-D19F-4E59-AAA9-28902D5188BF}" presName="Child" presStyleLbl="revTx" presStyleIdx="6" presStyleCnt="13">
        <dgm:presLayoutVars>
          <dgm:chMax val="0"/>
          <dgm:chPref val="0"/>
          <dgm:bulletEnabled val="1"/>
        </dgm:presLayoutVars>
      </dgm:prSet>
      <dgm:spPr/>
    </dgm:pt>
    <dgm:pt modelId="{160C4F34-AD3F-4C58-AD56-99DFBA0C27F0}" type="pres">
      <dgm:prSet presAssocID="{387296D7-4930-463A-8652-717FF07D882D}" presName="childComposite" presStyleCnt="0">
        <dgm:presLayoutVars>
          <dgm:chMax val="0"/>
          <dgm:chPref val="0"/>
        </dgm:presLayoutVars>
      </dgm:prSet>
      <dgm:spPr/>
    </dgm:pt>
    <dgm:pt modelId="{2D0B2884-8B82-4C71-A178-A6C58FABA4D1}" type="pres">
      <dgm:prSet presAssocID="{387296D7-4930-463A-8652-717FF07D882D}" presName="ChildAccent" presStyleLbl="solidFgAcc1" presStyleIdx="5" presStyleCnt="10"/>
      <dgm:spPr/>
    </dgm:pt>
    <dgm:pt modelId="{0F0B09CF-5561-4878-B016-D5B8526338F3}" type="pres">
      <dgm:prSet presAssocID="{387296D7-4930-463A-8652-717FF07D882D}" presName="Child" presStyleLbl="revTx" presStyleIdx="7" presStyleCnt="13">
        <dgm:presLayoutVars>
          <dgm:chMax val="0"/>
          <dgm:chPref val="0"/>
          <dgm:bulletEnabled val="1"/>
        </dgm:presLayoutVars>
      </dgm:prSet>
      <dgm:spPr/>
    </dgm:pt>
    <dgm:pt modelId="{B07DA4DB-FA7A-4EC4-AB64-274E50C5806E}" type="pres">
      <dgm:prSet presAssocID="{DFA50DD3-D1F1-4558-B1F5-827D22FD8CC6}" presName="childComposite" presStyleCnt="0">
        <dgm:presLayoutVars>
          <dgm:chMax val="0"/>
          <dgm:chPref val="0"/>
        </dgm:presLayoutVars>
      </dgm:prSet>
      <dgm:spPr/>
    </dgm:pt>
    <dgm:pt modelId="{DEEC577C-D3C5-49ED-9132-017CBB788852}" type="pres">
      <dgm:prSet presAssocID="{DFA50DD3-D1F1-4558-B1F5-827D22FD8CC6}" presName="ChildAccent" presStyleLbl="solidFgAcc1" presStyleIdx="6" presStyleCnt="10"/>
      <dgm:spPr/>
    </dgm:pt>
    <dgm:pt modelId="{C97DFA66-D488-4DC5-B459-912671E23954}" type="pres">
      <dgm:prSet presAssocID="{DFA50DD3-D1F1-4558-B1F5-827D22FD8CC6}" presName="Child" presStyleLbl="revTx" presStyleIdx="8" presStyleCnt="13">
        <dgm:presLayoutVars>
          <dgm:chMax val="0"/>
          <dgm:chPref val="0"/>
          <dgm:bulletEnabled val="1"/>
        </dgm:presLayoutVars>
      </dgm:prSet>
      <dgm:spPr/>
    </dgm:pt>
    <dgm:pt modelId="{C116DBC5-6466-4AF0-A381-C701AB602B84}" type="pres">
      <dgm:prSet presAssocID="{FBC5A218-7DBD-4D3F-A83E-BFB92DA6A60A}" presName="root" presStyleCnt="0">
        <dgm:presLayoutVars>
          <dgm:chMax/>
          <dgm:chPref/>
        </dgm:presLayoutVars>
      </dgm:prSet>
      <dgm:spPr/>
    </dgm:pt>
    <dgm:pt modelId="{E042186F-F4F7-4481-811F-824C6CBC5164}" type="pres">
      <dgm:prSet presAssocID="{FBC5A218-7DBD-4D3F-A83E-BFB92DA6A60A}" presName="rootComposite" presStyleCnt="0">
        <dgm:presLayoutVars/>
      </dgm:prSet>
      <dgm:spPr/>
    </dgm:pt>
    <dgm:pt modelId="{C9FB45B7-B48D-43F1-A7ED-69F52CD8BD8A}" type="pres">
      <dgm:prSet presAssocID="{FBC5A218-7DBD-4D3F-A83E-BFB92DA6A60A}" presName="ParentAccent" presStyleLbl="alignNode1" presStyleIdx="2" presStyleCnt="3"/>
      <dgm:spPr/>
    </dgm:pt>
    <dgm:pt modelId="{F1033B67-9BC3-486A-AFD4-7C9D0E8D8D22}" type="pres">
      <dgm:prSet presAssocID="{FBC5A218-7DBD-4D3F-A83E-BFB92DA6A60A}" presName="ParentSmallAccent" presStyleLbl="fgAcc1" presStyleIdx="2" presStyleCnt="3"/>
      <dgm:spPr/>
    </dgm:pt>
    <dgm:pt modelId="{546D6C1A-12D6-4FD7-BB90-A9155C43E6D6}" type="pres">
      <dgm:prSet presAssocID="{FBC5A218-7DBD-4D3F-A83E-BFB92DA6A60A}" presName="Parent" presStyleLbl="revTx" presStyleIdx="9" presStyleCnt="13">
        <dgm:presLayoutVars>
          <dgm:chMax/>
          <dgm:chPref val="4"/>
          <dgm:bulletEnabled val="1"/>
        </dgm:presLayoutVars>
      </dgm:prSet>
      <dgm:spPr/>
    </dgm:pt>
    <dgm:pt modelId="{75FAC8D7-6B80-4CB7-9FA9-FB2B8349ED20}" type="pres">
      <dgm:prSet presAssocID="{FBC5A218-7DBD-4D3F-A83E-BFB92DA6A60A}" presName="childShape" presStyleCnt="0">
        <dgm:presLayoutVars>
          <dgm:chMax val="0"/>
          <dgm:chPref val="0"/>
        </dgm:presLayoutVars>
      </dgm:prSet>
      <dgm:spPr/>
    </dgm:pt>
    <dgm:pt modelId="{7793E854-5C9B-4DE4-B883-3D40569BE764}" type="pres">
      <dgm:prSet presAssocID="{1A0B938F-BE53-4853-B427-E3157E449077}" presName="childComposite" presStyleCnt="0">
        <dgm:presLayoutVars>
          <dgm:chMax val="0"/>
          <dgm:chPref val="0"/>
        </dgm:presLayoutVars>
      </dgm:prSet>
      <dgm:spPr/>
    </dgm:pt>
    <dgm:pt modelId="{3E12E60A-0D58-43A7-8D55-F7DB2D6837AC}" type="pres">
      <dgm:prSet presAssocID="{1A0B938F-BE53-4853-B427-E3157E449077}" presName="ChildAccent" presStyleLbl="solidFgAcc1" presStyleIdx="7" presStyleCnt="10"/>
      <dgm:spPr/>
    </dgm:pt>
    <dgm:pt modelId="{1A85B55B-8BC4-4095-AF22-AA5CC48FD6BF}" type="pres">
      <dgm:prSet presAssocID="{1A0B938F-BE53-4853-B427-E3157E449077}" presName="Child" presStyleLbl="revTx" presStyleIdx="10" presStyleCnt="13">
        <dgm:presLayoutVars>
          <dgm:chMax val="0"/>
          <dgm:chPref val="0"/>
          <dgm:bulletEnabled val="1"/>
        </dgm:presLayoutVars>
      </dgm:prSet>
      <dgm:spPr/>
    </dgm:pt>
    <dgm:pt modelId="{B8B45F96-C65B-4041-B5B8-E71B318B2FDE}" type="pres">
      <dgm:prSet presAssocID="{9968CCBF-3EE4-4E71-B6B0-BADF276C923E}" presName="childComposite" presStyleCnt="0">
        <dgm:presLayoutVars>
          <dgm:chMax val="0"/>
          <dgm:chPref val="0"/>
        </dgm:presLayoutVars>
      </dgm:prSet>
      <dgm:spPr/>
    </dgm:pt>
    <dgm:pt modelId="{953D78E3-82AB-46AF-B6B7-7D8765F7525E}" type="pres">
      <dgm:prSet presAssocID="{9968CCBF-3EE4-4E71-B6B0-BADF276C923E}" presName="ChildAccent" presStyleLbl="solidFgAcc1" presStyleIdx="8" presStyleCnt="10"/>
      <dgm:spPr/>
    </dgm:pt>
    <dgm:pt modelId="{F029FA69-AA7D-4DBA-BB38-520C233F9A20}" type="pres">
      <dgm:prSet presAssocID="{9968CCBF-3EE4-4E71-B6B0-BADF276C923E}" presName="Child" presStyleLbl="revTx" presStyleIdx="11" presStyleCnt="13">
        <dgm:presLayoutVars>
          <dgm:chMax val="0"/>
          <dgm:chPref val="0"/>
          <dgm:bulletEnabled val="1"/>
        </dgm:presLayoutVars>
      </dgm:prSet>
      <dgm:spPr/>
    </dgm:pt>
    <dgm:pt modelId="{27957708-2B5D-4BFE-BE25-17301B87C330}" type="pres">
      <dgm:prSet presAssocID="{149FAABE-DDD6-40D1-8B75-0BDE557E770F}" presName="childComposite" presStyleCnt="0">
        <dgm:presLayoutVars>
          <dgm:chMax val="0"/>
          <dgm:chPref val="0"/>
        </dgm:presLayoutVars>
      </dgm:prSet>
      <dgm:spPr/>
    </dgm:pt>
    <dgm:pt modelId="{510770D1-08F3-4514-B354-2B283871C84B}" type="pres">
      <dgm:prSet presAssocID="{149FAABE-DDD6-40D1-8B75-0BDE557E770F}" presName="ChildAccent" presStyleLbl="solidFgAcc1" presStyleIdx="9" presStyleCnt="10"/>
      <dgm:spPr/>
    </dgm:pt>
    <dgm:pt modelId="{0A517FF8-02E8-402C-96C4-246031364E7C}" type="pres">
      <dgm:prSet presAssocID="{149FAABE-DDD6-40D1-8B75-0BDE557E770F}" presName="Child" presStyleLbl="revTx" presStyleIdx="12" presStyleCnt="13">
        <dgm:presLayoutVars>
          <dgm:chMax val="0"/>
          <dgm:chPref val="0"/>
          <dgm:bulletEnabled val="1"/>
        </dgm:presLayoutVars>
      </dgm:prSet>
      <dgm:spPr/>
    </dgm:pt>
  </dgm:ptLst>
  <dgm:cxnLst>
    <dgm:cxn modelId="{86816303-7ADB-4E8F-B110-6795A0531C40}" type="presOf" srcId="{81534FF0-D19F-4E59-AAA9-28902D5188BF}" destId="{4B454382-6C42-4C1C-A9B2-D4F56DB39485}" srcOrd="0" destOrd="0" presId="urn:microsoft.com/office/officeart/2008/layout/SquareAccentList"/>
    <dgm:cxn modelId="{3AFE0D05-B534-4C24-8E5F-405E0B21249A}" srcId="{7949C125-C111-4F05-84D8-B6BB194A6E92}" destId="{FBC5A218-7DBD-4D3F-A83E-BFB92DA6A60A}" srcOrd="2" destOrd="0" parTransId="{6139786B-D65A-43C8-9CE2-D535EAAD0167}" sibTransId="{BB75D768-924E-4034-BC91-C6FF30598309}"/>
    <dgm:cxn modelId="{8B64E10D-6474-4EFF-A2E6-5CFB87F64C18}" srcId="{FBC5A218-7DBD-4D3F-A83E-BFB92DA6A60A}" destId="{9968CCBF-3EE4-4E71-B6B0-BADF276C923E}" srcOrd="1" destOrd="0" parTransId="{A36FF324-B44E-4233-B06B-09951E29161B}" sibTransId="{5FDD198E-40D9-4DB0-ACC9-767FDD986514}"/>
    <dgm:cxn modelId="{84E1AA0E-17B2-486A-BD34-F6AC00EEE22C}" type="presOf" srcId="{AA464AA5-26D9-459F-8635-076827F51333}" destId="{82688946-0BA9-4765-9E03-31983F0BC78D}" srcOrd="0" destOrd="0" presId="urn:microsoft.com/office/officeart/2008/layout/SquareAccentList"/>
    <dgm:cxn modelId="{151CD115-C752-4AA8-8B84-B636D3A9C0F1}" type="presOf" srcId="{FBC5A218-7DBD-4D3F-A83E-BFB92DA6A60A}" destId="{546D6C1A-12D6-4FD7-BB90-A9155C43E6D6}" srcOrd="0" destOrd="0" presId="urn:microsoft.com/office/officeart/2008/layout/SquareAccentList"/>
    <dgm:cxn modelId="{56F1EB18-0361-4323-AA07-64DEAC1A9D7E}" type="presOf" srcId="{7949C125-C111-4F05-84D8-B6BB194A6E92}" destId="{B5D29F30-0D1C-437C-A65E-68C1F68F27E1}" srcOrd="0" destOrd="0" presId="urn:microsoft.com/office/officeart/2008/layout/SquareAccentList"/>
    <dgm:cxn modelId="{58D3AC1C-4ED2-45B6-A3FA-9A9DD9C5F222}" srcId="{AA464AA5-26D9-459F-8635-076827F51333}" destId="{81534FF0-D19F-4E59-AAA9-28902D5188BF}" srcOrd="1" destOrd="0" parTransId="{8CD89756-46D3-4DB0-8618-897BC9CD1DBE}" sibTransId="{B74C1996-10AE-4E46-81FB-DCBD51D34F1E}"/>
    <dgm:cxn modelId="{31C6AB21-90F6-47BE-9D34-565F34F4DBA4}" type="presOf" srcId="{387296D7-4930-463A-8652-717FF07D882D}" destId="{0F0B09CF-5561-4878-B016-D5B8526338F3}" srcOrd="0" destOrd="0" presId="urn:microsoft.com/office/officeart/2008/layout/SquareAccentList"/>
    <dgm:cxn modelId="{A7F45340-307C-49C7-8821-553632A955FF}" srcId="{FBC5A218-7DBD-4D3F-A83E-BFB92DA6A60A}" destId="{149FAABE-DDD6-40D1-8B75-0BDE557E770F}" srcOrd="2" destOrd="0" parTransId="{ADEDA0B0-7998-44AA-94AC-2BF062270332}" sibTransId="{79FBC6C8-5030-4279-87E1-CCAE02281522}"/>
    <dgm:cxn modelId="{A8DA075E-8BB1-4D0A-AD86-914F073022CE}" type="presOf" srcId="{2CA5CF17-E762-441D-8B55-41940C7B0D61}" destId="{760EE94C-4160-4652-9593-C2B06B389779}" srcOrd="0" destOrd="0" presId="urn:microsoft.com/office/officeart/2008/layout/SquareAccentList"/>
    <dgm:cxn modelId="{5D4D9241-0D1B-4D39-A5B0-628F981C2F14}" srcId="{7949C125-C111-4F05-84D8-B6BB194A6E92}" destId="{2CA5CF17-E762-441D-8B55-41940C7B0D61}" srcOrd="0" destOrd="0" parTransId="{DB962F01-46A1-400B-9150-D225B0D7CCAB}" sibTransId="{F047A6AA-AFDB-4F65-BCFD-DD6CF998C222}"/>
    <dgm:cxn modelId="{EE9A716D-1503-4072-97FC-B06DB766CDF6}" type="presOf" srcId="{00B8D03C-F425-488E-B9BB-84847738FCEE}" destId="{B2FA86D9-BFEF-41E1-8632-8F502BB538F9}" srcOrd="0" destOrd="0" presId="urn:microsoft.com/office/officeart/2008/layout/SquareAccentList"/>
    <dgm:cxn modelId="{76E8AB50-464A-44B6-BCCA-FF3364B3039D}" type="presOf" srcId="{DFA50DD3-D1F1-4558-B1F5-827D22FD8CC6}" destId="{C97DFA66-D488-4DC5-B459-912671E23954}" srcOrd="0" destOrd="0" presId="urn:microsoft.com/office/officeart/2008/layout/SquareAccentList"/>
    <dgm:cxn modelId="{0B4DB550-1A44-42A1-AB02-652CE9258DA3}" srcId="{2CA5CF17-E762-441D-8B55-41940C7B0D61}" destId="{A093F458-565B-425E-ADB5-0883BE74EBA8}" srcOrd="0" destOrd="0" parTransId="{E58206F4-A05C-462B-86F6-394EF36A4F12}" sibTransId="{C57043EE-9694-4191-AD44-2267330150A9}"/>
    <dgm:cxn modelId="{63C46F58-C87D-4E10-8716-40487E4B6371}" srcId="{AA464AA5-26D9-459F-8635-076827F51333}" destId="{387296D7-4930-463A-8652-717FF07D882D}" srcOrd="2" destOrd="0" parTransId="{6AC5A4E5-04C0-4A1A-8878-A8DB499097A1}" sibTransId="{24CF50F5-9B0E-48FE-8FE3-78D9500D159C}"/>
    <dgm:cxn modelId="{63C5F682-9301-4324-8A45-2A59A3EDA5CA}" type="presOf" srcId="{F5232879-233D-4D64-B2EF-93BEF441D02A}" destId="{E486BA4D-7EFA-413D-8510-DE6492FBEFB2}" srcOrd="0" destOrd="0" presId="urn:microsoft.com/office/officeart/2008/layout/SquareAccentList"/>
    <dgm:cxn modelId="{49C0C187-6832-46C0-BE97-EC9FD9C0921F}" srcId="{FBC5A218-7DBD-4D3F-A83E-BFB92DA6A60A}" destId="{1A0B938F-BE53-4853-B427-E3157E449077}" srcOrd="0" destOrd="0" parTransId="{6FA123DA-9BC0-4EE6-86CA-365EF1E44BF4}" sibTransId="{8DCE10B1-B1B4-413E-99C2-A8F0EB537F26}"/>
    <dgm:cxn modelId="{4708B78B-E8D3-4DF1-870E-2EB1BE42CF8A}" srcId="{2CA5CF17-E762-441D-8B55-41940C7B0D61}" destId="{F5232879-233D-4D64-B2EF-93BEF441D02A}" srcOrd="1" destOrd="0" parTransId="{5E0F4D59-5C38-4DE3-AC6F-99D15347F0BE}" sibTransId="{7AACC594-E982-4360-AEBA-FE38AED1877E}"/>
    <dgm:cxn modelId="{BEEAA699-6451-455E-AECB-4D2B8EE59435}" srcId="{7949C125-C111-4F05-84D8-B6BB194A6E92}" destId="{AA464AA5-26D9-459F-8635-076827F51333}" srcOrd="1" destOrd="0" parTransId="{41C79991-8EEC-453A-847D-1CED45CB4D32}" sibTransId="{8162193D-EF12-4064-8D20-8DA3F45F7B99}"/>
    <dgm:cxn modelId="{3676D79A-942A-4059-A855-C044502AC301}" type="presOf" srcId="{149FAABE-DDD6-40D1-8B75-0BDE557E770F}" destId="{0A517FF8-02E8-402C-96C4-246031364E7C}" srcOrd="0" destOrd="0" presId="urn:microsoft.com/office/officeart/2008/layout/SquareAccentList"/>
    <dgm:cxn modelId="{CB2E3F9E-2402-4FCC-94BE-D7A66477DAA3}" type="presOf" srcId="{1A0B938F-BE53-4853-B427-E3157E449077}" destId="{1A85B55B-8BC4-4095-AF22-AA5CC48FD6BF}" srcOrd="0" destOrd="0" presId="urn:microsoft.com/office/officeart/2008/layout/SquareAccentList"/>
    <dgm:cxn modelId="{28915CAF-33E0-456B-BA87-F12F507C9EF4}" type="presOf" srcId="{A093F458-565B-425E-ADB5-0883BE74EBA8}" destId="{0F5A7B82-31FB-4D9D-BA74-6CE9EA8721EB}" srcOrd="0" destOrd="0" presId="urn:microsoft.com/office/officeart/2008/layout/SquareAccentList"/>
    <dgm:cxn modelId="{1096D9B5-5E5D-4E7A-97C4-15B611C7AC1E}" srcId="{AA464AA5-26D9-459F-8635-076827F51333}" destId="{DFA50DD3-D1F1-4558-B1F5-827D22FD8CC6}" srcOrd="3" destOrd="0" parTransId="{9C8EE4ED-CD22-438E-B1D6-408C99E1D633}" sibTransId="{FE373492-97C9-4872-A9D0-C8142418ACA3}"/>
    <dgm:cxn modelId="{2FAE3DC4-1273-4D53-A83F-7AB95BFC897D}" srcId="{2CA5CF17-E762-441D-8B55-41940C7B0D61}" destId="{00B8D03C-F425-488E-B9BB-84847738FCEE}" srcOrd="2" destOrd="0" parTransId="{323E4CA3-5475-46EE-BBEC-A006A8D83DAB}" sibTransId="{04F65006-93CF-4352-9E93-7521E8E112EC}"/>
    <dgm:cxn modelId="{C61BF3D0-FBBF-4F13-9996-F0A206C62311}" srcId="{AA464AA5-26D9-459F-8635-076827F51333}" destId="{996ADEBC-A0F8-4CBA-B0B5-8B0ADB3FDBEF}" srcOrd="0" destOrd="0" parTransId="{280CC232-5705-4C03-AC89-19F640AB00B4}" sibTransId="{FA58A31A-460C-4ED9-A249-0DBCD5FB7F33}"/>
    <dgm:cxn modelId="{A6E93EE8-3545-4A1B-890C-168E5AEC42F2}" type="presOf" srcId="{996ADEBC-A0F8-4CBA-B0B5-8B0ADB3FDBEF}" destId="{90B9EFA6-B928-492A-BCDD-2C4FAD1EB72B}" srcOrd="0" destOrd="0" presId="urn:microsoft.com/office/officeart/2008/layout/SquareAccentList"/>
    <dgm:cxn modelId="{F42A99E9-8812-4441-8D56-5461E6B753B9}" type="presOf" srcId="{9968CCBF-3EE4-4E71-B6B0-BADF276C923E}" destId="{F029FA69-AA7D-4DBA-BB38-520C233F9A20}" srcOrd="0" destOrd="0" presId="urn:microsoft.com/office/officeart/2008/layout/SquareAccentList"/>
    <dgm:cxn modelId="{C50AAAFE-0C96-4D8A-8D3D-7451F20E7A13}" type="presParOf" srcId="{B5D29F30-0D1C-437C-A65E-68C1F68F27E1}" destId="{452A0C43-6C2F-4339-BB4A-E4C961CA0D4D}" srcOrd="0" destOrd="0" presId="urn:microsoft.com/office/officeart/2008/layout/SquareAccentList"/>
    <dgm:cxn modelId="{E4FADF18-ACE9-4743-BD3D-E1CECA9A4375}" type="presParOf" srcId="{452A0C43-6C2F-4339-BB4A-E4C961CA0D4D}" destId="{DAF1D5EB-4383-4DA7-87A6-94F46EEECF6E}" srcOrd="0" destOrd="0" presId="urn:microsoft.com/office/officeart/2008/layout/SquareAccentList"/>
    <dgm:cxn modelId="{973747E3-8E2F-454B-90EA-1E68A327ED75}" type="presParOf" srcId="{DAF1D5EB-4383-4DA7-87A6-94F46EEECF6E}" destId="{80710A8D-6EF1-4758-9FAF-808EAC52A297}" srcOrd="0" destOrd="0" presId="urn:microsoft.com/office/officeart/2008/layout/SquareAccentList"/>
    <dgm:cxn modelId="{E41CFF5B-E810-40D3-BA3B-6C3303846E32}" type="presParOf" srcId="{DAF1D5EB-4383-4DA7-87A6-94F46EEECF6E}" destId="{B24CFFFF-6C3A-4B20-9991-EB53E50D2DDE}" srcOrd="1" destOrd="0" presId="urn:microsoft.com/office/officeart/2008/layout/SquareAccentList"/>
    <dgm:cxn modelId="{F46423CF-AAF9-47C7-8C7C-10B70A151438}" type="presParOf" srcId="{DAF1D5EB-4383-4DA7-87A6-94F46EEECF6E}" destId="{760EE94C-4160-4652-9593-C2B06B389779}" srcOrd="2" destOrd="0" presId="urn:microsoft.com/office/officeart/2008/layout/SquareAccentList"/>
    <dgm:cxn modelId="{DB1084EE-3FB7-4BEC-978C-1A21CE9BA799}" type="presParOf" srcId="{452A0C43-6C2F-4339-BB4A-E4C961CA0D4D}" destId="{9A7391C0-4519-4F04-B32A-3AA696BE91FA}" srcOrd="1" destOrd="0" presId="urn:microsoft.com/office/officeart/2008/layout/SquareAccentList"/>
    <dgm:cxn modelId="{3A92BF22-B4E4-44E2-B105-FA012957037A}" type="presParOf" srcId="{9A7391C0-4519-4F04-B32A-3AA696BE91FA}" destId="{20DFE9E3-C138-4D2E-AEC8-776EFCBD731B}" srcOrd="0" destOrd="0" presId="urn:microsoft.com/office/officeart/2008/layout/SquareAccentList"/>
    <dgm:cxn modelId="{C06C5A78-1754-450F-8F58-9DB40CD8A43B}" type="presParOf" srcId="{20DFE9E3-C138-4D2E-AEC8-776EFCBD731B}" destId="{2D6D862C-2484-479D-BC25-808FDC2B79D7}" srcOrd="0" destOrd="0" presId="urn:microsoft.com/office/officeart/2008/layout/SquareAccentList"/>
    <dgm:cxn modelId="{C224CCB5-34A4-40EB-8239-5668AE381BB5}" type="presParOf" srcId="{20DFE9E3-C138-4D2E-AEC8-776EFCBD731B}" destId="{0F5A7B82-31FB-4D9D-BA74-6CE9EA8721EB}" srcOrd="1" destOrd="0" presId="urn:microsoft.com/office/officeart/2008/layout/SquareAccentList"/>
    <dgm:cxn modelId="{D4CE6051-8018-4C41-9042-DA00C9D2FF57}" type="presParOf" srcId="{9A7391C0-4519-4F04-B32A-3AA696BE91FA}" destId="{73D8B1E4-5F95-42C0-943D-2FD268C1B660}" srcOrd="1" destOrd="0" presId="urn:microsoft.com/office/officeart/2008/layout/SquareAccentList"/>
    <dgm:cxn modelId="{735CD71F-DBC6-432F-BFD3-1B94F123BC8F}" type="presParOf" srcId="{73D8B1E4-5F95-42C0-943D-2FD268C1B660}" destId="{82340549-FC47-4D9F-BC12-92ADB743837C}" srcOrd="0" destOrd="0" presId="urn:microsoft.com/office/officeart/2008/layout/SquareAccentList"/>
    <dgm:cxn modelId="{F2E5354E-8962-4266-87F1-95D6EC809985}" type="presParOf" srcId="{73D8B1E4-5F95-42C0-943D-2FD268C1B660}" destId="{E486BA4D-7EFA-413D-8510-DE6492FBEFB2}" srcOrd="1" destOrd="0" presId="urn:microsoft.com/office/officeart/2008/layout/SquareAccentList"/>
    <dgm:cxn modelId="{B8999757-EC2E-4071-B45D-D87605F80823}" type="presParOf" srcId="{9A7391C0-4519-4F04-B32A-3AA696BE91FA}" destId="{E036830B-4039-4AF2-A896-6EEEB2CC3D6D}" srcOrd="2" destOrd="0" presId="urn:microsoft.com/office/officeart/2008/layout/SquareAccentList"/>
    <dgm:cxn modelId="{1D233B10-5396-4B9F-B5C4-F24413AA41E3}" type="presParOf" srcId="{E036830B-4039-4AF2-A896-6EEEB2CC3D6D}" destId="{0F9B4376-CD6A-4203-A80E-DB1B0334D3C4}" srcOrd="0" destOrd="0" presId="urn:microsoft.com/office/officeart/2008/layout/SquareAccentList"/>
    <dgm:cxn modelId="{5A756378-68B2-4AB7-B5E9-2946D3419AA9}" type="presParOf" srcId="{E036830B-4039-4AF2-A896-6EEEB2CC3D6D}" destId="{B2FA86D9-BFEF-41E1-8632-8F502BB538F9}" srcOrd="1" destOrd="0" presId="urn:microsoft.com/office/officeart/2008/layout/SquareAccentList"/>
    <dgm:cxn modelId="{B51EFA3F-5810-4509-B660-09267A1025E2}" type="presParOf" srcId="{B5D29F30-0D1C-437C-A65E-68C1F68F27E1}" destId="{FD63964B-5C7E-4C7D-BF27-842E6A9D0813}" srcOrd="1" destOrd="0" presId="urn:microsoft.com/office/officeart/2008/layout/SquareAccentList"/>
    <dgm:cxn modelId="{3ECCB26A-0E29-4841-A0D3-995A058D5FB0}" type="presParOf" srcId="{FD63964B-5C7E-4C7D-BF27-842E6A9D0813}" destId="{16DD8948-D351-4808-BD7A-ADF959B140A4}" srcOrd="0" destOrd="0" presId="urn:microsoft.com/office/officeart/2008/layout/SquareAccentList"/>
    <dgm:cxn modelId="{4D2170AC-6AD8-46AA-B249-A416061FC3BF}" type="presParOf" srcId="{16DD8948-D351-4808-BD7A-ADF959B140A4}" destId="{A1FADEB8-303A-4369-B50F-95F5002404EB}" srcOrd="0" destOrd="0" presId="urn:microsoft.com/office/officeart/2008/layout/SquareAccentList"/>
    <dgm:cxn modelId="{41CE1FF0-B541-4950-AD8E-CFDC04D6294A}" type="presParOf" srcId="{16DD8948-D351-4808-BD7A-ADF959B140A4}" destId="{6AD916C7-88CE-4CF4-A5DA-5ADF1D54B5AA}" srcOrd="1" destOrd="0" presId="urn:microsoft.com/office/officeart/2008/layout/SquareAccentList"/>
    <dgm:cxn modelId="{5F0178B5-022B-43C5-B855-3BB0EA562D8B}" type="presParOf" srcId="{16DD8948-D351-4808-BD7A-ADF959B140A4}" destId="{82688946-0BA9-4765-9E03-31983F0BC78D}" srcOrd="2" destOrd="0" presId="urn:microsoft.com/office/officeart/2008/layout/SquareAccentList"/>
    <dgm:cxn modelId="{60D9F771-64A6-4A01-8BE3-C02F51A79365}" type="presParOf" srcId="{FD63964B-5C7E-4C7D-BF27-842E6A9D0813}" destId="{F15BDECF-D6A6-40E4-AC17-8785952FA82F}" srcOrd="1" destOrd="0" presId="urn:microsoft.com/office/officeart/2008/layout/SquareAccentList"/>
    <dgm:cxn modelId="{F768546C-C814-423C-923A-A5F0C0081EDC}" type="presParOf" srcId="{F15BDECF-D6A6-40E4-AC17-8785952FA82F}" destId="{18F1E7B1-D55B-430E-9871-7599D66CAD2D}" srcOrd="0" destOrd="0" presId="urn:microsoft.com/office/officeart/2008/layout/SquareAccentList"/>
    <dgm:cxn modelId="{D3836CD1-2B5A-4B82-9B0B-2065D1069DB7}" type="presParOf" srcId="{18F1E7B1-D55B-430E-9871-7599D66CAD2D}" destId="{8167D019-179B-4ECD-B873-C389FF088CED}" srcOrd="0" destOrd="0" presId="urn:microsoft.com/office/officeart/2008/layout/SquareAccentList"/>
    <dgm:cxn modelId="{B992BD41-C258-47CB-A87C-34A68A149919}" type="presParOf" srcId="{18F1E7B1-D55B-430E-9871-7599D66CAD2D}" destId="{90B9EFA6-B928-492A-BCDD-2C4FAD1EB72B}" srcOrd="1" destOrd="0" presId="urn:microsoft.com/office/officeart/2008/layout/SquareAccentList"/>
    <dgm:cxn modelId="{F8C7978E-7BE5-45A6-B03A-58F5B41D7A82}" type="presParOf" srcId="{F15BDECF-D6A6-40E4-AC17-8785952FA82F}" destId="{497E0823-21E7-4D76-8069-A2633B6B9874}" srcOrd="1" destOrd="0" presId="urn:microsoft.com/office/officeart/2008/layout/SquareAccentList"/>
    <dgm:cxn modelId="{A62D8962-584F-4CD8-9885-AC260D7210D0}" type="presParOf" srcId="{497E0823-21E7-4D76-8069-A2633B6B9874}" destId="{BEA3B5CD-4345-45FE-A7E3-E0AF4B54BC93}" srcOrd="0" destOrd="0" presId="urn:microsoft.com/office/officeart/2008/layout/SquareAccentList"/>
    <dgm:cxn modelId="{B048BAC1-B82B-4A81-8614-29525073456E}" type="presParOf" srcId="{497E0823-21E7-4D76-8069-A2633B6B9874}" destId="{4B454382-6C42-4C1C-A9B2-D4F56DB39485}" srcOrd="1" destOrd="0" presId="urn:microsoft.com/office/officeart/2008/layout/SquareAccentList"/>
    <dgm:cxn modelId="{9D9509B7-2DC4-424F-AE4A-BDD0E4937749}" type="presParOf" srcId="{F15BDECF-D6A6-40E4-AC17-8785952FA82F}" destId="{160C4F34-AD3F-4C58-AD56-99DFBA0C27F0}" srcOrd="2" destOrd="0" presId="urn:microsoft.com/office/officeart/2008/layout/SquareAccentList"/>
    <dgm:cxn modelId="{D552AA2A-4161-49CA-8E63-A90987A0EFB6}" type="presParOf" srcId="{160C4F34-AD3F-4C58-AD56-99DFBA0C27F0}" destId="{2D0B2884-8B82-4C71-A178-A6C58FABA4D1}" srcOrd="0" destOrd="0" presId="urn:microsoft.com/office/officeart/2008/layout/SquareAccentList"/>
    <dgm:cxn modelId="{E50CD813-2BAF-4308-8953-0B2E71EB17C5}" type="presParOf" srcId="{160C4F34-AD3F-4C58-AD56-99DFBA0C27F0}" destId="{0F0B09CF-5561-4878-B016-D5B8526338F3}" srcOrd="1" destOrd="0" presId="urn:microsoft.com/office/officeart/2008/layout/SquareAccentList"/>
    <dgm:cxn modelId="{005FCEF1-EEB1-4384-B344-89FFEF3B3F0E}" type="presParOf" srcId="{F15BDECF-D6A6-40E4-AC17-8785952FA82F}" destId="{B07DA4DB-FA7A-4EC4-AB64-274E50C5806E}" srcOrd="3" destOrd="0" presId="urn:microsoft.com/office/officeart/2008/layout/SquareAccentList"/>
    <dgm:cxn modelId="{DC60B7CE-534C-41AD-B604-F23FE6329341}" type="presParOf" srcId="{B07DA4DB-FA7A-4EC4-AB64-274E50C5806E}" destId="{DEEC577C-D3C5-49ED-9132-017CBB788852}" srcOrd="0" destOrd="0" presId="urn:microsoft.com/office/officeart/2008/layout/SquareAccentList"/>
    <dgm:cxn modelId="{9F1DFF41-6C2C-4ACB-BA91-0830509393C5}" type="presParOf" srcId="{B07DA4DB-FA7A-4EC4-AB64-274E50C5806E}" destId="{C97DFA66-D488-4DC5-B459-912671E23954}" srcOrd="1" destOrd="0" presId="urn:microsoft.com/office/officeart/2008/layout/SquareAccentList"/>
    <dgm:cxn modelId="{B4AA14B8-F816-4FE8-8F0C-C9C07EA8235D}" type="presParOf" srcId="{B5D29F30-0D1C-437C-A65E-68C1F68F27E1}" destId="{C116DBC5-6466-4AF0-A381-C701AB602B84}" srcOrd="2" destOrd="0" presId="urn:microsoft.com/office/officeart/2008/layout/SquareAccentList"/>
    <dgm:cxn modelId="{6D5F3A4A-9250-4E64-9ACB-29F0B4AD4F73}" type="presParOf" srcId="{C116DBC5-6466-4AF0-A381-C701AB602B84}" destId="{E042186F-F4F7-4481-811F-824C6CBC5164}" srcOrd="0" destOrd="0" presId="urn:microsoft.com/office/officeart/2008/layout/SquareAccentList"/>
    <dgm:cxn modelId="{FAF3F4EF-6CF7-4747-9C43-F5E1BF1237B4}" type="presParOf" srcId="{E042186F-F4F7-4481-811F-824C6CBC5164}" destId="{C9FB45B7-B48D-43F1-A7ED-69F52CD8BD8A}" srcOrd="0" destOrd="0" presId="urn:microsoft.com/office/officeart/2008/layout/SquareAccentList"/>
    <dgm:cxn modelId="{91C21AB4-284E-4E13-BB99-692D56C446B6}" type="presParOf" srcId="{E042186F-F4F7-4481-811F-824C6CBC5164}" destId="{F1033B67-9BC3-486A-AFD4-7C9D0E8D8D22}" srcOrd="1" destOrd="0" presId="urn:microsoft.com/office/officeart/2008/layout/SquareAccentList"/>
    <dgm:cxn modelId="{B2CC846D-EA4E-49FE-8D8F-DEDE8F34DCCB}" type="presParOf" srcId="{E042186F-F4F7-4481-811F-824C6CBC5164}" destId="{546D6C1A-12D6-4FD7-BB90-A9155C43E6D6}" srcOrd="2" destOrd="0" presId="urn:microsoft.com/office/officeart/2008/layout/SquareAccentList"/>
    <dgm:cxn modelId="{1C9FF642-3761-4FAE-9467-5AEF2AB21982}" type="presParOf" srcId="{C116DBC5-6466-4AF0-A381-C701AB602B84}" destId="{75FAC8D7-6B80-4CB7-9FA9-FB2B8349ED20}" srcOrd="1" destOrd="0" presId="urn:microsoft.com/office/officeart/2008/layout/SquareAccentList"/>
    <dgm:cxn modelId="{BBEEA97C-9E45-490E-A9DB-6DE1918ABABF}" type="presParOf" srcId="{75FAC8D7-6B80-4CB7-9FA9-FB2B8349ED20}" destId="{7793E854-5C9B-4DE4-B883-3D40569BE764}" srcOrd="0" destOrd="0" presId="urn:microsoft.com/office/officeart/2008/layout/SquareAccentList"/>
    <dgm:cxn modelId="{AE70E91B-8E01-4828-9271-D9612141B9E5}" type="presParOf" srcId="{7793E854-5C9B-4DE4-B883-3D40569BE764}" destId="{3E12E60A-0D58-43A7-8D55-F7DB2D6837AC}" srcOrd="0" destOrd="0" presId="urn:microsoft.com/office/officeart/2008/layout/SquareAccentList"/>
    <dgm:cxn modelId="{3638FAC2-6873-43A9-A824-C4E5A1DD7B9B}" type="presParOf" srcId="{7793E854-5C9B-4DE4-B883-3D40569BE764}" destId="{1A85B55B-8BC4-4095-AF22-AA5CC48FD6BF}" srcOrd="1" destOrd="0" presId="urn:microsoft.com/office/officeart/2008/layout/SquareAccentList"/>
    <dgm:cxn modelId="{0692F78B-2109-4FBD-9928-685540961E99}" type="presParOf" srcId="{75FAC8D7-6B80-4CB7-9FA9-FB2B8349ED20}" destId="{B8B45F96-C65B-4041-B5B8-E71B318B2FDE}" srcOrd="1" destOrd="0" presId="urn:microsoft.com/office/officeart/2008/layout/SquareAccentList"/>
    <dgm:cxn modelId="{138416EF-3E98-4D68-81A0-6C495B3FEFBE}" type="presParOf" srcId="{B8B45F96-C65B-4041-B5B8-E71B318B2FDE}" destId="{953D78E3-82AB-46AF-B6B7-7D8765F7525E}" srcOrd="0" destOrd="0" presId="urn:microsoft.com/office/officeart/2008/layout/SquareAccentList"/>
    <dgm:cxn modelId="{8B0280B0-410F-46AD-83C0-B29DEB4776D0}" type="presParOf" srcId="{B8B45F96-C65B-4041-B5B8-E71B318B2FDE}" destId="{F029FA69-AA7D-4DBA-BB38-520C233F9A20}" srcOrd="1" destOrd="0" presId="urn:microsoft.com/office/officeart/2008/layout/SquareAccentList"/>
    <dgm:cxn modelId="{BE0D640F-4685-4608-AE1A-1728351816C3}" type="presParOf" srcId="{75FAC8D7-6B80-4CB7-9FA9-FB2B8349ED20}" destId="{27957708-2B5D-4BFE-BE25-17301B87C330}" srcOrd="2" destOrd="0" presId="urn:microsoft.com/office/officeart/2008/layout/SquareAccentList"/>
    <dgm:cxn modelId="{D25E11AC-0040-430E-872C-DECAB90A5570}" type="presParOf" srcId="{27957708-2B5D-4BFE-BE25-17301B87C330}" destId="{510770D1-08F3-4514-B354-2B283871C84B}" srcOrd="0" destOrd="0" presId="urn:microsoft.com/office/officeart/2008/layout/SquareAccentList"/>
    <dgm:cxn modelId="{02AFD011-7469-480B-8561-87E412113154}" type="presParOf" srcId="{27957708-2B5D-4BFE-BE25-17301B87C330}" destId="{0A517FF8-02E8-402C-96C4-246031364E7C}" srcOrd="1" destOrd="0" presId="urn:microsoft.com/office/officeart/2008/layout/Squa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6F651F-1820-41C7-8CB4-D624E88EA3E1}" type="doc">
      <dgm:prSet loTypeId="urn:microsoft.com/office/officeart/2024/layout/NumberedLinearArrowProcess" loCatId="process" qsTypeId="urn:microsoft.com/office/officeart/2005/8/quickstyle/simple1" qsCatId="simple" csTypeId="urn:microsoft.com/office/officeart/2005/8/colors/accent1_2" csCatId="accent1" phldr="1"/>
      <dgm:spPr/>
      <dgm:t>
        <a:bodyPr/>
        <a:lstStyle/>
        <a:p>
          <a:endParaRPr lang="tr-TR"/>
        </a:p>
      </dgm:t>
    </dgm:pt>
    <dgm:pt modelId="{D0454C5E-5CBC-41F5-89D8-C1CDFBE1D035}">
      <dgm:prSet phldrT="[Metin]" custT="1"/>
      <dgm:spPr/>
      <dgm:t>
        <a:bodyPr/>
        <a:lstStyle/>
        <a:p>
          <a:r>
            <a:rPr lang="tr-TR" sz="1200" b="1" dirty="0"/>
            <a:t>FAZ 1: Matematiksel Taban ve Klasik Güdüm (Aylar: 1 - 2)</a:t>
          </a:r>
          <a:endParaRPr lang="tr-TR" sz="1200" dirty="0"/>
        </a:p>
      </dgm:t>
    </dgm:pt>
    <dgm:pt modelId="{C701F783-3D22-46FF-8ECD-557227420230}" type="parTrans" cxnId="{89D2EFB7-C8E6-4587-9A9E-280815CAD9A1}">
      <dgm:prSet/>
      <dgm:spPr/>
      <dgm:t>
        <a:bodyPr/>
        <a:lstStyle/>
        <a:p>
          <a:endParaRPr lang="tr-TR"/>
        </a:p>
      </dgm:t>
    </dgm:pt>
    <dgm:pt modelId="{F3AFBC7D-FCE7-48D0-9BB1-6022EB1EE0EA}" type="sibTrans" cxnId="{89D2EFB7-C8E6-4587-9A9E-280815CAD9A1}">
      <dgm:prSet phldrT="1" phldr="0"/>
      <dgm:spPr>
        <a:solidFill>
          <a:schemeClr val="accent6">
            <a:lumMod val="20000"/>
            <a:lumOff val="80000"/>
          </a:schemeClr>
        </a:solidFill>
        <a:ln>
          <a:solidFill>
            <a:schemeClr val="accent6">
              <a:lumMod val="20000"/>
              <a:lumOff val="80000"/>
            </a:schemeClr>
          </a:solidFill>
        </a:ln>
      </dgm:spPr>
      <dgm:t>
        <a:bodyPr/>
        <a:lstStyle/>
        <a:p>
          <a:r>
            <a:rPr lang="tr-TR" dirty="0">
              <a:solidFill>
                <a:schemeClr val="tx1"/>
              </a:solidFill>
            </a:rPr>
            <a:t>1 </a:t>
          </a:r>
        </a:p>
      </dgm:t>
    </dgm:pt>
    <dgm:pt modelId="{D6589209-C5D3-4322-95F8-19716CD4C620}">
      <dgm:prSet custT="1"/>
      <dgm:spPr/>
      <dgm:t>
        <a:bodyPr/>
        <a:lstStyle/>
        <a:p>
          <a:pPr>
            <a:buFont typeface="Arial" panose="020B0604020202020204" pitchFamily="34" charset="0"/>
            <a:buChar char="•"/>
          </a:pPr>
          <a:r>
            <a:rPr lang="tr-TR" sz="1200" dirty="0"/>
            <a:t>2B düzlemsel nokta kinematiği ortamı kodlanır.</a:t>
          </a:r>
        </a:p>
      </dgm:t>
    </dgm:pt>
    <dgm:pt modelId="{4FB8371A-FA2C-484C-ABFB-9028200543A9}" type="parTrans" cxnId="{95E859E5-E0FB-43ED-92D2-8EC0E097D1FF}">
      <dgm:prSet/>
      <dgm:spPr/>
      <dgm:t>
        <a:bodyPr/>
        <a:lstStyle/>
        <a:p>
          <a:endParaRPr lang="tr-TR"/>
        </a:p>
      </dgm:t>
    </dgm:pt>
    <dgm:pt modelId="{EA2983B9-2942-45DE-890A-8913C89C852D}" type="sibTrans" cxnId="{95E859E5-E0FB-43ED-92D2-8EC0E097D1FF}">
      <dgm:prSet/>
      <dgm:spPr/>
      <dgm:t>
        <a:bodyPr/>
        <a:lstStyle/>
        <a:p>
          <a:endParaRPr lang="tr-TR"/>
        </a:p>
      </dgm:t>
    </dgm:pt>
    <dgm:pt modelId="{A01C85D3-4982-4BA8-BED7-9B6BC1D4D498}">
      <dgm:prSet custT="1"/>
      <dgm:spPr/>
      <dgm:t>
        <a:bodyPr/>
        <a:lstStyle/>
        <a:p>
          <a:pPr>
            <a:buFont typeface="Arial" panose="020B0604020202020204" pitchFamily="34" charset="0"/>
            <a:buChar char="•"/>
          </a:pPr>
          <a:r>
            <a:rPr lang="tr-TR" sz="1200" dirty="0"/>
            <a:t>Kıyaslama analizi için klasik güdüm kanunları sisteme yüklenir.</a:t>
          </a:r>
        </a:p>
      </dgm:t>
    </dgm:pt>
    <dgm:pt modelId="{4B6D4E73-BADD-4AF9-9720-63BBC978087F}" type="parTrans" cxnId="{A48B0266-09E4-4176-A1EC-928B9C414970}">
      <dgm:prSet/>
      <dgm:spPr/>
      <dgm:t>
        <a:bodyPr/>
        <a:lstStyle/>
        <a:p>
          <a:endParaRPr lang="tr-TR"/>
        </a:p>
      </dgm:t>
    </dgm:pt>
    <dgm:pt modelId="{14FD0F1D-CFA8-48B7-AE86-D51549512069}" type="sibTrans" cxnId="{A48B0266-09E4-4176-A1EC-928B9C414970}">
      <dgm:prSet/>
      <dgm:spPr/>
      <dgm:t>
        <a:bodyPr/>
        <a:lstStyle/>
        <a:p>
          <a:endParaRPr lang="tr-TR"/>
        </a:p>
      </dgm:t>
    </dgm:pt>
    <dgm:pt modelId="{F31AB3DB-4FA7-4355-8101-79D94140BE3C}">
      <dgm:prSet custT="1"/>
      <dgm:spPr/>
      <dgm:t>
        <a:bodyPr/>
        <a:lstStyle/>
        <a:p>
          <a:pPr>
            <a:buFont typeface="Arial" panose="020B0604020202020204" pitchFamily="34" charset="0"/>
            <a:buChar char="•"/>
          </a:pPr>
          <a:r>
            <a:rPr lang="tr-TR" sz="1200" dirty="0"/>
            <a:t>Görüş hattı açısı hesaplama ve yaklaşım blokları kurulur.</a:t>
          </a:r>
        </a:p>
      </dgm:t>
    </dgm:pt>
    <dgm:pt modelId="{4A4D5CD6-093B-45C2-B6BF-4C6D88B4E6A1}" type="parTrans" cxnId="{0E165A74-9012-4C1F-9213-F55F3287607B}">
      <dgm:prSet/>
      <dgm:spPr/>
      <dgm:t>
        <a:bodyPr/>
        <a:lstStyle/>
        <a:p>
          <a:endParaRPr lang="tr-TR"/>
        </a:p>
      </dgm:t>
    </dgm:pt>
    <dgm:pt modelId="{DC7F55F0-C380-431A-B9C1-B12699EC20EA}" type="sibTrans" cxnId="{0E165A74-9012-4C1F-9213-F55F3287607B}">
      <dgm:prSet/>
      <dgm:spPr/>
      <dgm:t>
        <a:bodyPr/>
        <a:lstStyle/>
        <a:p>
          <a:endParaRPr lang="tr-TR"/>
        </a:p>
      </dgm:t>
    </dgm:pt>
    <dgm:pt modelId="{D3F58AD8-8311-4B2C-905B-B9B37A4ED99D}">
      <dgm:prSet custT="1"/>
      <dgm:spPr/>
      <dgm:t>
        <a:bodyPr/>
        <a:lstStyle/>
        <a:p>
          <a:pPr>
            <a:buNone/>
          </a:pPr>
          <a:r>
            <a:rPr lang="tr-TR" sz="1200" b="1" dirty="0"/>
            <a:t>FAZ 2: 2B Yapay Zeka ve Dinamik Açı Eğitimi (Aylar: 3 - 5)</a:t>
          </a:r>
        </a:p>
      </dgm:t>
    </dgm:pt>
    <dgm:pt modelId="{ADDE4D18-BA93-4B69-9D8D-CB61E310960A}" type="parTrans" cxnId="{C948863C-C1CF-4CC3-BEB6-D52AD142BC1E}">
      <dgm:prSet/>
      <dgm:spPr/>
      <dgm:t>
        <a:bodyPr/>
        <a:lstStyle/>
        <a:p>
          <a:endParaRPr lang="tr-TR"/>
        </a:p>
      </dgm:t>
    </dgm:pt>
    <dgm:pt modelId="{12A4C107-CF43-4CD6-A021-D2C24A56E734}" type="sibTrans" cxnId="{C948863C-C1CF-4CC3-BEB6-D52AD142BC1E}">
      <dgm:prSet/>
      <dgm:spPr>
        <a:solidFill>
          <a:schemeClr val="accent6">
            <a:lumMod val="40000"/>
            <a:lumOff val="60000"/>
          </a:schemeClr>
        </a:solidFill>
        <a:ln>
          <a:solidFill>
            <a:schemeClr val="accent6">
              <a:lumMod val="40000"/>
              <a:lumOff val="60000"/>
            </a:schemeClr>
          </a:solidFill>
        </a:ln>
      </dgm:spPr>
      <dgm:t>
        <a:bodyPr/>
        <a:lstStyle/>
        <a:p>
          <a:r>
            <a:rPr lang="tr-TR" dirty="0">
              <a:solidFill>
                <a:schemeClr val="tx1"/>
              </a:solidFill>
            </a:rPr>
            <a:t>2</a:t>
          </a:r>
        </a:p>
      </dgm:t>
    </dgm:pt>
    <dgm:pt modelId="{F9921D18-B65A-44E2-8207-2554F72D140F}">
      <dgm:prSet custT="1"/>
      <dgm:spPr/>
      <dgm:t>
        <a:bodyPr/>
        <a:lstStyle/>
        <a:p>
          <a:pPr>
            <a:buFont typeface="Arial" panose="020B0604020202020204" pitchFamily="34" charset="0"/>
            <a:buChar char="•"/>
          </a:pPr>
          <a:r>
            <a:rPr lang="tr-TR" sz="1200" dirty="0"/>
            <a:t>Klasik uçuş verileriyle yapay zekaya taklit eğitimi yaptırılır.</a:t>
          </a:r>
        </a:p>
      </dgm:t>
    </dgm:pt>
    <dgm:pt modelId="{FBFB523D-D425-4E04-892E-33D560087D90}" type="parTrans" cxnId="{DC12FAF4-AF87-494D-B592-471179A197BB}">
      <dgm:prSet/>
      <dgm:spPr/>
      <dgm:t>
        <a:bodyPr/>
        <a:lstStyle/>
        <a:p>
          <a:endParaRPr lang="tr-TR"/>
        </a:p>
      </dgm:t>
    </dgm:pt>
    <dgm:pt modelId="{DD4D800F-6F92-4EBA-8E5D-61B6156D996F}" type="sibTrans" cxnId="{DC12FAF4-AF87-494D-B592-471179A197BB}">
      <dgm:prSet/>
      <dgm:spPr/>
      <dgm:t>
        <a:bodyPr/>
        <a:lstStyle/>
        <a:p>
          <a:endParaRPr lang="tr-TR"/>
        </a:p>
      </dgm:t>
    </dgm:pt>
    <dgm:pt modelId="{A8CE95C7-6FD2-4E07-A7C4-55743DA125F8}">
      <dgm:prSet custT="1"/>
      <dgm:spPr/>
      <dgm:t>
        <a:bodyPr/>
        <a:lstStyle/>
        <a:p>
          <a:pPr>
            <a:buFont typeface="Arial" panose="020B0604020202020204" pitchFamily="34" charset="0"/>
            <a:buChar char="•"/>
          </a:pPr>
          <a:r>
            <a:rPr lang="tr-TR" sz="1200" dirty="0"/>
            <a:t>Derin pekiştirmeli öğrenme ile hibrit ve saf dinamik darbe açısı ajanları optimize edilir.</a:t>
          </a:r>
        </a:p>
      </dgm:t>
    </dgm:pt>
    <dgm:pt modelId="{485CF8F8-8E12-4505-B682-663ABF825F68}" type="parTrans" cxnId="{8DBAF640-AF31-4D6B-8970-403250864F08}">
      <dgm:prSet/>
      <dgm:spPr/>
      <dgm:t>
        <a:bodyPr/>
        <a:lstStyle/>
        <a:p>
          <a:endParaRPr lang="tr-TR"/>
        </a:p>
      </dgm:t>
    </dgm:pt>
    <dgm:pt modelId="{2CAD7BBF-332E-44C1-A643-5B2D90F8E9E6}" type="sibTrans" cxnId="{8DBAF640-AF31-4D6B-8970-403250864F08}">
      <dgm:prSet/>
      <dgm:spPr/>
      <dgm:t>
        <a:bodyPr/>
        <a:lstStyle/>
        <a:p>
          <a:endParaRPr lang="tr-TR"/>
        </a:p>
      </dgm:t>
    </dgm:pt>
    <dgm:pt modelId="{3504FBCD-473E-47BE-8E28-2CD17D215E05}">
      <dgm:prSet custT="1"/>
      <dgm:spPr/>
      <dgm:t>
        <a:bodyPr/>
        <a:lstStyle/>
        <a:p>
          <a:pPr>
            <a:buFont typeface="Arial" panose="020B0604020202020204" pitchFamily="34" charset="0"/>
            <a:buChar char="•"/>
          </a:pPr>
          <a:r>
            <a:rPr lang="tr-TR" sz="1200" dirty="0"/>
            <a:t>Ajanın 2B düzlemdeki otopilot uçuş başarıları raporlanır.</a:t>
          </a:r>
        </a:p>
      </dgm:t>
    </dgm:pt>
    <dgm:pt modelId="{6F864319-B057-4DC7-B91C-66FF06AE9A40}" type="parTrans" cxnId="{7A4E8017-A20C-426B-923F-19E2CE7E5952}">
      <dgm:prSet/>
      <dgm:spPr/>
      <dgm:t>
        <a:bodyPr/>
        <a:lstStyle/>
        <a:p>
          <a:endParaRPr lang="tr-TR"/>
        </a:p>
      </dgm:t>
    </dgm:pt>
    <dgm:pt modelId="{DB0F7AED-2BB2-46E4-AEC7-AD9133434BF1}" type="sibTrans" cxnId="{7A4E8017-A20C-426B-923F-19E2CE7E5952}">
      <dgm:prSet/>
      <dgm:spPr/>
      <dgm:t>
        <a:bodyPr/>
        <a:lstStyle/>
        <a:p>
          <a:endParaRPr lang="tr-TR"/>
        </a:p>
      </dgm:t>
    </dgm:pt>
    <dgm:pt modelId="{EC50AD35-1111-493F-8271-87CA3D584A03}">
      <dgm:prSet custT="1"/>
      <dgm:spPr/>
      <dgm:t>
        <a:bodyPr/>
        <a:lstStyle/>
        <a:p>
          <a:pPr>
            <a:buNone/>
          </a:pPr>
          <a:r>
            <a:rPr lang="tr-TR" sz="1200" b="1" dirty="0"/>
            <a:t>FAZ 3: 3B Uzay Geçişi ve Aerodinamik Modelleme (Aylar: 6 - 7)</a:t>
          </a:r>
        </a:p>
      </dgm:t>
    </dgm:pt>
    <dgm:pt modelId="{559DFC36-754B-4EDA-9362-2B27FBCCCD65}" type="parTrans" cxnId="{F3E9B648-25A9-481E-B76A-D458A6DFC837}">
      <dgm:prSet/>
      <dgm:spPr/>
      <dgm:t>
        <a:bodyPr/>
        <a:lstStyle/>
        <a:p>
          <a:endParaRPr lang="tr-TR"/>
        </a:p>
      </dgm:t>
    </dgm:pt>
    <dgm:pt modelId="{61991620-D7D6-4D2D-81E0-D2155CC7F610}" type="sibTrans" cxnId="{F3E9B648-25A9-481E-B76A-D458A6DFC837}">
      <dgm:prSet/>
      <dgm:spPr>
        <a:solidFill>
          <a:schemeClr val="accent6">
            <a:lumMod val="60000"/>
            <a:lumOff val="40000"/>
          </a:schemeClr>
        </a:solidFill>
        <a:ln>
          <a:solidFill>
            <a:schemeClr val="accent6">
              <a:lumMod val="60000"/>
              <a:lumOff val="40000"/>
            </a:schemeClr>
          </a:solidFill>
        </a:ln>
      </dgm:spPr>
      <dgm:t>
        <a:bodyPr/>
        <a:lstStyle/>
        <a:p>
          <a:r>
            <a:rPr lang="tr-TR" dirty="0">
              <a:solidFill>
                <a:schemeClr val="tx1"/>
              </a:solidFill>
            </a:rPr>
            <a:t>3</a:t>
          </a:r>
        </a:p>
      </dgm:t>
    </dgm:pt>
    <dgm:pt modelId="{B7444101-70CB-4605-BE06-130CE2663CB5}">
      <dgm:prSet custT="1"/>
      <dgm:spPr/>
      <dgm:t>
        <a:bodyPr/>
        <a:lstStyle/>
        <a:p>
          <a:pPr>
            <a:buFont typeface="Arial" panose="020B0604020202020204" pitchFamily="34" charset="0"/>
            <a:buChar char="•"/>
          </a:pPr>
          <a:r>
            <a:rPr lang="tr-TR" sz="1200" dirty="0"/>
            <a:t>Simülasyon iki boyutlu kısıtlardan arındırılarak 3B uzaya taşınır.</a:t>
          </a:r>
        </a:p>
      </dgm:t>
    </dgm:pt>
    <dgm:pt modelId="{A2372B10-8412-4A9A-BA32-ACDEC91B6947}" type="parTrans" cxnId="{74B93EA0-26F1-442C-9E4C-F7EE8FAE7786}">
      <dgm:prSet/>
      <dgm:spPr/>
      <dgm:t>
        <a:bodyPr/>
        <a:lstStyle/>
        <a:p>
          <a:endParaRPr lang="tr-TR"/>
        </a:p>
      </dgm:t>
    </dgm:pt>
    <dgm:pt modelId="{16112495-C49F-4A3A-AAE0-AF0A4351CEE8}" type="sibTrans" cxnId="{74B93EA0-26F1-442C-9E4C-F7EE8FAE7786}">
      <dgm:prSet/>
      <dgm:spPr/>
      <dgm:t>
        <a:bodyPr/>
        <a:lstStyle/>
        <a:p>
          <a:endParaRPr lang="tr-TR"/>
        </a:p>
      </dgm:t>
    </dgm:pt>
    <dgm:pt modelId="{1DF85D71-8CF1-4015-AB60-D869D2A979DD}">
      <dgm:prSet custT="1"/>
      <dgm:spPr/>
      <dgm:t>
        <a:bodyPr/>
        <a:lstStyle/>
        <a:p>
          <a:pPr>
            <a:buFont typeface="Arial" panose="020B0604020202020204" pitchFamily="34" charset="0"/>
            <a:buChar char="•"/>
          </a:pPr>
          <a:r>
            <a:rPr lang="tr-TR" sz="1200" dirty="0"/>
            <a:t>Gerçekçi hava sürtünmesi ve rüzgar sapma modelleri eklenir.</a:t>
          </a:r>
        </a:p>
      </dgm:t>
    </dgm:pt>
    <dgm:pt modelId="{54A9FCB7-C0D1-4B03-B27B-F6EA81AA4134}" type="parTrans" cxnId="{6483EB4F-65EB-4404-96CE-3ABF62B0B9BA}">
      <dgm:prSet/>
      <dgm:spPr/>
      <dgm:t>
        <a:bodyPr/>
        <a:lstStyle/>
        <a:p>
          <a:endParaRPr lang="tr-TR"/>
        </a:p>
      </dgm:t>
    </dgm:pt>
    <dgm:pt modelId="{8B1BCFA4-EBEC-4790-B34C-A2672C43D397}" type="sibTrans" cxnId="{6483EB4F-65EB-4404-96CE-3ABF62B0B9BA}">
      <dgm:prSet/>
      <dgm:spPr/>
      <dgm:t>
        <a:bodyPr/>
        <a:lstStyle/>
        <a:p>
          <a:endParaRPr lang="tr-TR"/>
        </a:p>
      </dgm:t>
    </dgm:pt>
    <dgm:pt modelId="{C65C1E26-6FA9-4001-A608-F3C720F271AB}">
      <dgm:prSet custT="1"/>
      <dgm:spPr/>
      <dgm:t>
        <a:bodyPr/>
        <a:lstStyle/>
        <a:p>
          <a:pPr>
            <a:buFont typeface="Arial" panose="020B0604020202020204" pitchFamily="34" charset="0"/>
            <a:buChar char="•"/>
          </a:pPr>
          <a:r>
            <a:rPr lang="tr-TR" sz="1200" dirty="0"/>
            <a:t>Eğitilen yapay zeka ağırlıkları 3B giriş katmanına uyarlanır.</a:t>
          </a:r>
        </a:p>
      </dgm:t>
    </dgm:pt>
    <dgm:pt modelId="{2FFA7DD8-9BA5-43AD-9B68-040EFD78792B}" type="parTrans" cxnId="{1093BD4A-4654-4E96-979E-26336E3BA894}">
      <dgm:prSet/>
      <dgm:spPr/>
      <dgm:t>
        <a:bodyPr/>
        <a:lstStyle/>
        <a:p>
          <a:endParaRPr lang="tr-TR"/>
        </a:p>
      </dgm:t>
    </dgm:pt>
    <dgm:pt modelId="{F4CF9224-3F1E-4A0D-8CF9-295243516402}" type="sibTrans" cxnId="{1093BD4A-4654-4E96-979E-26336E3BA894}">
      <dgm:prSet/>
      <dgm:spPr/>
      <dgm:t>
        <a:bodyPr/>
        <a:lstStyle/>
        <a:p>
          <a:endParaRPr lang="tr-TR"/>
        </a:p>
      </dgm:t>
    </dgm:pt>
    <dgm:pt modelId="{BBE27F91-69A7-4E42-9BD4-760B293762BB}">
      <dgm:prSet custT="1"/>
      <dgm:spPr/>
      <dgm:t>
        <a:bodyPr/>
        <a:lstStyle/>
        <a:p>
          <a:pPr>
            <a:buNone/>
          </a:pPr>
          <a:r>
            <a:rPr lang="tr-TR" sz="1200" b="1" dirty="0"/>
            <a:t>FAZ 4: Taktik Tehditler ve Elektronik Harp (Aylar: 8 - 10)</a:t>
          </a:r>
        </a:p>
      </dgm:t>
    </dgm:pt>
    <dgm:pt modelId="{645EDE5C-56CB-406D-9F2A-EC316861E5C4}" type="parTrans" cxnId="{DFD2B545-9E64-4D1C-AD73-714756F3513C}">
      <dgm:prSet/>
      <dgm:spPr/>
      <dgm:t>
        <a:bodyPr/>
        <a:lstStyle/>
        <a:p>
          <a:endParaRPr lang="tr-TR"/>
        </a:p>
      </dgm:t>
    </dgm:pt>
    <dgm:pt modelId="{E39AFA55-2AC1-4523-8BA9-00FF948FDB84}" type="sibTrans" cxnId="{DFD2B545-9E64-4D1C-AD73-714756F3513C}">
      <dgm:prSet/>
      <dgm:spPr>
        <a:solidFill>
          <a:schemeClr val="accent6">
            <a:lumMod val="75000"/>
          </a:schemeClr>
        </a:solidFill>
        <a:ln>
          <a:solidFill>
            <a:schemeClr val="accent6">
              <a:lumMod val="75000"/>
            </a:schemeClr>
          </a:solidFill>
        </a:ln>
      </dgm:spPr>
      <dgm:t>
        <a:bodyPr/>
        <a:lstStyle/>
        <a:p>
          <a:r>
            <a:rPr lang="tr-TR" dirty="0">
              <a:solidFill>
                <a:schemeClr val="tx1"/>
              </a:solidFill>
            </a:rPr>
            <a:t>4</a:t>
          </a:r>
        </a:p>
      </dgm:t>
    </dgm:pt>
    <dgm:pt modelId="{C9D141C9-4BD7-49CE-9B37-1739228DC60C}">
      <dgm:prSet custT="1"/>
      <dgm:spPr/>
      <dgm:t>
        <a:bodyPr/>
        <a:lstStyle/>
        <a:p>
          <a:pPr>
            <a:buFont typeface="Arial" panose="020B0604020202020204" pitchFamily="34" charset="0"/>
            <a:buChar char="•"/>
          </a:pPr>
          <a:r>
            <a:rPr lang="tr-TR" sz="1200" dirty="0"/>
            <a:t>Rotalara sis, bulut vb. körlükleri eklenir.</a:t>
          </a:r>
        </a:p>
      </dgm:t>
    </dgm:pt>
    <dgm:pt modelId="{3AFB404E-7C8A-4EEE-B012-407BB2A7FC16}" type="parTrans" cxnId="{9F158E5D-4920-4770-B2D1-FB9D02DD2CA5}">
      <dgm:prSet/>
      <dgm:spPr/>
      <dgm:t>
        <a:bodyPr/>
        <a:lstStyle/>
        <a:p>
          <a:endParaRPr lang="tr-TR"/>
        </a:p>
      </dgm:t>
    </dgm:pt>
    <dgm:pt modelId="{272A5C26-7382-42CC-B52B-44ECD5A8069A}" type="sibTrans" cxnId="{9F158E5D-4920-4770-B2D1-FB9D02DD2CA5}">
      <dgm:prSet/>
      <dgm:spPr/>
      <dgm:t>
        <a:bodyPr/>
        <a:lstStyle/>
        <a:p>
          <a:endParaRPr lang="tr-TR"/>
        </a:p>
      </dgm:t>
    </dgm:pt>
    <dgm:pt modelId="{3369BE8D-8FF2-4EB4-A625-5C05BC6267BB}">
      <dgm:prSet custT="1"/>
      <dgm:spPr/>
      <dgm:t>
        <a:bodyPr/>
        <a:lstStyle/>
        <a:p>
          <a:pPr>
            <a:buFont typeface="Arial" panose="020B0604020202020204" pitchFamily="34" charset="0"/>
            <a:buChar char="•"/>
          </a:pPr>
          <a:r>
            <a:rPr lang="tr-TR" sz="1200" dirty="0"/>
            <a:t>Dinamik hedefler entegre edilir.</a:t>
          </a:r>
        </a:p>
      </dgm:t>
    </dgm:pt>
    <dgm:pt modelId="{403C1E0D-984D-4B8D-A153-68E07B95AF9E}" type="parTrans" cxnId="{6EAD05EA-4E6A-450F-9115-50F3CFF03374}">
      <dgm:prSet/>
      <dgm:spPr/>
      <dgm:t>
        <a:bodyPr/>
        <a:lstStyle/>
        <a:p>
          <a:endParaRPr lang="tr-TR"/>
        </a:p>
      </dgm:t>
    </dgm:pt>
    <dgm:pt modelId="{3B063017-4250-4426-B584-196E20D49FA6}" type="sibTrans" cxnId="{6EAD05EA-4E6A-450F-9115-50F3CFF03374}">
      <dgm:prSet/>
      <dgm:spPr/>
      <dgm:t>
        <a:bodyPr/>
        <a:lstStyle/>
        <a:p>
          <a:endParaRPr lang="tr-TR"/>
        </a:p>
      </dgm:t>
    </dgm:pt>
    <dgm:pt modelId="{F6057818-99F1-4058-9A80-7E5E9714E06A}">
      <dgm:prSet custT="1"/>
      <dgm:spPr/>
      <dgm:t>
        <a:bodyPr/>
        <a:lstStyle/>
        <a:p>
          <a:pPr>
            <a:buFont typeface="Arial" panose="020B0604020202020204" pitchFamily="34" charset="0"/>
            <a:buChar char="•"/>
          </a:pPr>
          <a:r>
            <a:rPr lang="tr-TR" sz="1200" dirty="0"/>
            <a:t>Terminal safha aktif karıştırma ile gürbüzlük sınanır.</a:t>
          </a:r>
        </a:p>
      </dgm:t>
    </dgm:pt>
    <dgm:pt modelId="{366AFE6A-9EA8-46B2-AC9B-78E8ED20E3DF}" type="parTrans" cxnId="{6002729B-9138-4354-8318-18B5D9297739}">
      <dgm:prSet/>
      <dgm:spPr/>
      <dgm:t>
        <a:bodyPr/>
        <a:lstStyle/>
        <a:p>
          <a:endParaRPr lang="tr-TR"/>
        </a:p>
      </dgm:t>
    </dgm:pt>
    <dgm:pt modelId="{B06310C5-5D50-4683-97C1-97B51E84868D}" type="sibTrans" cxnId="{6002729B-9138-4354-8318-18B5D9297739}">
      <dgm:prSet/>
      <dgm:spPr/>
      <dgm:t>
        <a:bodyPr/>
        <a:lstStyle/>
        <a:p>
          <a:endParaRPr lang="tr-TR"/>
        </a:p>
      </dgm:t>
    </dgm:pt>
    <dgm:pt modelId="{78F42269-724C-4DC3-BFAC-AE4F6691B813}">
      <dgm:prSet custT="1"/>
      <dgm:spPr/>
      <dgm:t>
        <a:bodyPr/>
        <a:lstStyle/>
        <a:p>
          <a:pPr>
            <a:buNone/>
          </a:pPr>
          <a:r>
            <a:rPr lang="tr-TR" sz="1200" b="1" dirty="0"/>
            <a:t>FAZ 5: Karşılaştırmalı Analiz ve Tez Raporlama (Aylar: 11 - 12)</a:t>
          </a:r>
        </a:p>
      </dgm:t>
    </dgm:pt>
    <dgm:pt modelId="{910F3F29-8CD3-48A2-A689-4746BAC090BC}" type="parTrans" cxnId="{6E508BDE-FA41-44F3-8E00-C36210D2EF5D}">
      <dgm:prSet/>
      <dgm:spPr/>
      <dgm:t>
        <a:bodyPr/>
        <a:lstStyle/>
        <a:p>
          <a:endParaRPr lang="tr-TR"/>
        </a:p>
      </dgm:t>
    </dgm:pt>
    <dgm:pt modelId="{86CB1E2E-EE54-4C1A-99E9-653CC66F8918}" type="sibTrans" cxnId="{6E508BDE-FA41-44F3-8E00-C36210D2EF5D}">
      <dgm:prSet/>
      <dgm:spPr>
        <a:solidFill>
          <a:schemeClr val="accent6">
            <a:lumMod val="50000"/>
          </a:schemeClr>
        </a:solidFill>
        <a:ln>
          <a:solidFill>
            <a:schemeClr val="accent6">
              <a:lumMod val="50000"/>
            </a:schemeClr>
          </a:solidFill>
        </a:ln>
      </dgm:spPr>
      <dgm:t>
        <a:bodyPr/>
        <a:lstStyle/>
        <a:p>
          <a:r>
            <a:rPr lang="tr-TR" dirty="0">
              <a:solidFill>
                <a:schemeClr val="tx1"/>
              </a:solidFill>
            </a:rPr>
            <a:t>5</a:t>
          </a:r>
        </a:p>
      </dgm:t>
    </dgm:pt>
    <dgm:pt modelId="{6BA04C51-591E-496E-9AE4-7205F4D7CE71}">
      <dgm:prSet custT="1"/>
      <dgm:spPr/>
      <dgm:t>
        <a:bodyPr/>
        <a:lstStyle/>
        <a:p>
          <a:pPr>
            <a:buFont typeface="Arial" panose="020B0604020202020204" pitchFamily="34" charset="0"/>
            <a:buChar char="•"/>
          </a:pPr>
          <a:r>
            <a:rPr lang="tr-TR" sz="1200" dirty="0"/>
            <a:t>Modelin başarısı klasik yöntemler ve doğrudan RL ile kıyaslanır.</a:t>
          </a:r>
        </a:p>
      </dgm:t>
    </dgm:pt>
    <dgm:pt modelId="{1B913BDB-A1E5-41FD-8158-146005D79E0B}" type="parTrans" cxnId="{11E36662-8859-48B5-81A3-34A98E3C9A00}">
      <dgm:prSet/>
      <dgm:spPr/>
      <dgm:t>
        <a:bodyPr/>
        <a:lstStyle/>
        <a:p>
          <a:endParaRPr lang="tr-TR"/>
        </a:p>
      </dgm:t>
    </dgm:pt>
    <dgm:pt modelId="{6168989E-A0A4-4D22-9BE0-33E8C37FF91E}" type="sibTrans" cxnId="{11E36662-8859-48B5-81A3-34A98E3C9A00}">
      <dgm:prSet/>
      <dgm:spPr/>
      <dgm:t>
        <a:bodyPr/>
        <a:lstStyle/>
        <a:p>
          <a:endParaRPr lang="tr-TR"/>
        </a:p>
      </dgm:t>
    </dgm:pt>
    <dgm:pt modelId="{6099358E-643E-414A-B1CA-CB69CB290B47}">
      <dgm:prSet custT="1"/>
      <dgm:spPr/>
      <dgm:t>
        <a:bodyPr/>
        <a:lstStyle/>
        <a:p>
          <a:pPr>
            <a:buFont typeface="Arial" panose="020B0604020202020204" pitchFamily="34" charset="0"/>
            <a:buChar char="•"/>
          </a:pPr>
          <a:r>
            <a:rPr lang="tr-TR" sz="1200" dirty="0"/>
            <a:t>Yapay zekanın karar mekanizması için SHAP analizleri uygulanır.</a:t>
          </a:r>
        </a:p>
      </dgm:t>
    </dgm:pt>
    <dgm:pt modelId="{471FA855-03DF-4AC3-A3E2-08DA339BA47B}" type="parTrans" cxnId="{E957C0BA-09C8-42F1-B1B2-943E129D47C2}">
      <dgm:prSet/>
      <dgm:spPr/>
      <dgm:t>
        <a:bodyPr/>
        <a:lstStyle/>
        <a:p>
          <a:endParaRPr lang="tr-TR"/>
        </a:p>
      </dgm:t>
    </dgm:pt>
    <dgm:pt modelId="{1444FAF7-F87B-4972-BF7E-AD624CF52B7A}" type="sibTrans" cxnId="{E957C0BA-09C8-42F1-B1B2-943E129D47C2}">
      <dgm:prSet/>
      <dgm:spPr/>
      <dgm:t>
        <a:bodyPr/>
        <a:lstStyle/>
        <a:p>
          <a:endParaRPr lang="tr-TR"/>
        </a:p>
      </dgm:t>
    </dgm:pt>
    <dgm:pt modelId="{A14C3ECA-BB0E-43DC-9868-6288C0DC5BCA}">
      <dgm:prSet custT="1"/>
      <dgm:spPr/>
      <dgm:t>
        <a:bodyPr/>
        <a:lstStyle/>
        <a:p>
          <a:pPr>
            <a:buFont typeface="Arial" panose="020B0604020202020204" pitchFamily="34" charset="0"/>
            <a:buChar char="•"/>
          </a:pPr>
          <a:r>
            <a:rPr lang="tr-TR" sz="1200" dirty="0"/>
            <a:t>Tüm performans verileri </a:t>
          </a:r>
          <a:r>
            <a:rPr lang="tr-TR" sz="1200" dirty="0" err="1"/>
            <a:t>grafikleştirilerek</a:t>
          </a:r>
          <a:r>
            <a:rPr lang="tr-TR" sz="1200" dirty="0"/>
            <a:t> tez dokümanı tamamlanır.</a:t>
          </a:r>
        </a:p>
      </dgm:t>
    </dgm:pt>
    <dgm:pt modelId="{9CA8DAAA-778D-4DCE-AA06-CD566BC052A6}" type="parTrans" cxnId="{A9E81F3B-09D3-42F1-9EB6-3D8F79102F9E}">
      <dgm:prSet/>
      <dgm:spPr/>
      <dgm:t>
        <a:bodyPr/>
        <a:lstStyle/>
        <a:p>
          <a:endParaRPr lang="tr-TR"/>
        </a:p>
      </dgm:t>
    </dgm:pt>
    <dgm:pt modelId="{BFBEAFCC-17A3-4FAE-B1CC-DEE06014B7D5}" type="sibTrans" cxnId="{A9E81F3B-09D3-42F1-9EB6-3D8F79102F9E}">
      <dgm:prSet/>
      <dgm:spPr/>
      <dgm:t>
        <a:bodyPr/>
        <a:lstStyle/>
        <a:p>
          <a:endParaRPr lang="tr-TR"/>
        </a:p>
      </dgm:t>
    </dgm:pt>
    <dgm:pt modelId="{294E9354-35D4-4FF5-A531-56623E367E9A}">
      <dgm:prSet custT="1"/>
      <dgm:spPr/>
      <dgm:t>
        <a:bodyPr/>
        <a:lstStyle/>
        <a:p>
          <a:pPr>
            <a:buFont typeface="Arial" panose="020B0604020202020204" pitchFamily="34" charset="0"/>
            <a:buChar char="•"/>
          </a:pPr>
          <a:r>
            <a:rPr lang="tr-TR" sz="1200" dirty="0"/>
            <a:t>Açıklanabilir yapay zeka metotlarının entegrasyonu</a:t>
          </a:r>
        </a:p>
      </dgm:t>
    </dgm:pt>
    <dgm:pt modelId="{6588DA03-6FFA-470C-83E6-E88837D55F9B}" type="parTrans" cxnId="{A6D45349-2D96-4315-903B-AE1296419BC5}">
      <dgm:prSet/>
      <dgm:spPr/>
      <dgm:t>
        <a:bodyPr/>
        <a:lstStyle/>
        <a:p>
          <a:endParaRPr lang="tr-TR"/>
        </a:p>
      </dgm:t>
    </dgm:pt>
    <dgm:pt modelId="{E1B9F140-EFDE-4693-84CB-1F324F303919}" type="sibTrans" cxnId="{A6D45349-2D96-4315-903B-AE1296419BC5}">
      <dgm:prSet/>
      <dgm:spPr/>
      <dgm:t>
        <a:bodyPr/>
        <a:lstStyle/>
        <a:p>
          <a:endParaRPr lang="tr-TR"/>
        </a:p>
      </dgm:t>
    </dgm:pt>
    <dgm:pt modelId="{8B9842AF-48E3-44AB-87F2-873E73B2C7EE}" type="pres">
      <dgm:prSet presAssocID="{946F651F-1820-41C7-8CB4-D624E88EA3E1}" presName="linearFlow" presStyleCnt="0">
        <dgm:presLayoutVars>
          <dgm:dir/>
          <dgm:animLvl val="lvl"/>
          <dgm:resizeHandles val="exact"/>
        </dgm:presLayoutVars>
      </dgm:prSet>
      <dgm:spPr/>
    </dgm:pt>
    <dgm:pt modelId="{F78697AA-E2D5-430A-8DA5-5F4E4476FA59}" type="pres">
      <dgm:prSet presAssocID="{D0454C5E-5CBC-41F5-89D8-C1CDFBE1D035}" presName="compositeNode" presStyleCnt="0"/>
      <dgm:spPr/>
    </dgm:pt>
    <dgm:pt modelId="{4D182283-8992-458B-BA85-1DE75A887B2B}" type="pres">
      <dgm:prSet presAssocID="{D0454C5E-5CBC-41F5-89D8-C1CDFBE1D035}" presName="parTx" presStyleLbl="node1" presStyleIdx="0" presStyleCnt="0">
        <dgm:presLayoutVars>
          <dgm:chMax val="0"/>
          <dgm:chPref val="0"/>
          <dgm:bulletEnabled val="1"/>
        </dgm:presLayoutVars>
      </dgm:prSet>
      <dgm:spPr/>
    </dgm:pt>
    <dgm:pt modelId="{7486EA4B-53FC-4349-8333-172B6F680ED7}" type="pres">
      <dgm:prSet presAssocID="{D0454C5E-5CBC-41F5-89D8-C1CDFBE1D035}" presName="parSh" presStyleCnt="0"/>
      <dgm:spPr/>
    </dgm:pt>
    <dgm:pt modelId="{C3B171B9-59AA-4CFE-91AC-B5DEAF55AC29}" type="pres">
      <dgm:prSet presAssocID="{D0454C5E-5CBC-41F5-89D8-C1CDFBE1D035}" presName="lineNode" presStyleLbl="alignNode1" presStyleIdx="0" presStyleCnt="15"/>
      <dgm:spPr/>
    </dgm:pt>
    <dgm:pt modelId="{93AD8D85-D0DB-42A3-A50C-99BD0937CCA9}" type="pres">
      <dgm:prSet presAssocID="{D0454C5E-5CBC-41F5-89D8-C1CDFBE1D035}" presName="lineArrowNode" presStyleLbl="alignNode1" presStyleIdx="1" presStyleCnt="15"/>
      <dgm:spPr/>
    </dgm:pt>
    <dgm:pt modelId="{98E326BC-6F76-4B49-8993-1F597A8CF3E3}" type="pres">
      <dgm:prSet presAssocID="{F3AFBC7D-FCE7-48D0-9BB1-6022EB1EE0EA}" presName="sibTransNodeCircle" presStyleLbl="alignNode1" presStyleIdx="2" presStyleCnt="15">
        <dgm:presLayoutVars>
          <dgm:chMax val="0"/>
          <dgm:bulletEnabled/>
        </dgm:presLayoutVars>
      </dgm:prSet>
      <dgm:spPr/>
    </dgm:pt>
    <dgm:pt modelId="{D82F74FD-A655-49B1-9D87-F2CD093C9BFE}" type="pres">
      <dgm:prSet presAssocID="{F3AFBC7D-FCE7-48D0-9BB1-6022EB1EE0EA}" presName="spacerBetweenCircleAndCallout" presStyleCnt="0">
        <dgm:presLayoutVars/>
      </dgm:prSet>
      <dgm:spPr/>
    </dgm:pt>
    <dgm:pt modelId="{CC4C72FD-63A9-4477-990E-12A81699A61D}" type="pres">
      <dgm:prSet presAssocID="{F3AFBC7D-FCE7-48D0-9BB1-6022EB1EE0EA}" presName="verticalConnector" presStyleLbl="alignAccFollowNode1" presStyleIdx="0" presStyleCnt="5"/>
      <dgm:spPr/>
    </dgm:pt>
    <dgm:pt modelId="{349C0205-EBA0-40F9-9A6A-0C5BFA1EEDCB}" type="pres">
      <dgm:prSet presAssocID="{D0454C5E-5CBC-41F5-89D8-C1CDFBE1D035}" presName="nodeText" presStyleLbl="fgAcc1" presStyleIdx="0" presStyleCnt="5">
        <dgm:presLayoutVars>
          <dgm:bulletEnabled val="1"/>
        </dgm:presLayoutVars>
      </dgm:prSet>
      <dgm:spPr/>
    </dgm:pt>
    <dgm:pt modelId="{E8EFD9FC-F3F6-4DC3-BA82-CC2840417C3E}" type="pres">
      <dgm:prSet presAssocID="{F3AFBC7D-FCE7-48D0-9BB1-6022EB1EE0EA}" presName="sibTransComposite" presStyleCnt="0"/>
      <dgm:spPr/>
    </dgm:pt>
    <dgm:pt modelId="{3E3B7919-97EA-4CB3-ADAD-4F611A91EBC4}" type="pres">
      <dgm:prSet presAssocID="{D3F58AD8-8311-4B2C-905B-B9B37A4ED99D}" presName="compositeNode" presStyleCnt="0"/>
      <dgm:spPr/>
    </dgm:pt>
    <dgm:pt modelId="{16427372-3165-44D0-B4B4-1E1E729E3A1B}" type="pres">
      <dgm:prSet presAssocID="{D3F58AD8-8311-4B2C-905B-B9B37A4ED99D}" presName="parTx" presStyleLbl="node1" presStyleIdx="0" presStyleCnt="0">
        <dgm:presLayoutVars>
          <dgm:chMax val="0"/>
          <dgm:chPref val="0"/>
          <dgm:bulletEnabled val="1"/>
        </dgm:presLayoutVars>
      </dgm:prSet>
      <dgm:spPr/>
    </dgm:pt>
    <dgm:pt modelId="{28ACF572-44D3-49B3-B382-A66D10C67F35}" type="pres">
      <dgm:prSet presAssocID="{D3F58AD8-8311-4B2C-905B-B9B37A4ED99D}" presName="parSh" presStyleCnt="0"/>
      <dgm:spPr/>
    </dgm:pt>
    <dgm:pt modelId="{C6161280-5F5B-48E3-9D30-120EC2AFF19A}" type="pres">
      <dgm:prSet presAssocID="{D3F58AD8-8311-4B2C-905B-B9B37A4ED99D}" presName="lineNode" presStyleLbl="alignNode1" presStyleIdx="3" presStyleCnt="15"/>
      <dgm:spPr/>
    </dgm:pt>
    <dgm:pt modelId="{E91D5A9C-D5B1-46F3-B8C0-B22E8F6245B5}" type="pres">
      <dgm:prSet presAssocID="{D3F58AD8-8311-4B2C-905B-B9B37A4ED99D}" presName="lineArrowNode" presStyleLbl="alignNode1" presStyleIdx="4" presStyleCnt="15"/>
      <dgm:spPr/>
    </dgm:pt>
    <dgm:pt modelId="{9BC6853A-CF83-4EA1-AB9A-1BB80E0D969A}" type="pres">
      <dgm:prSet presAssocID="{12A4C107-CF43-4CD6-A021-D2C24A56E734}" presName="sibTransNodeCircle" presStyleLbl="alignNode1" presStyleIdx="5" presStyleCnt="15">
        <dgm:presLayoutVars>
          <dgm:chMax val="0"/>
          <dgm:bulletEnabled/>
        </dgm:presLayoutVars>
      </dgm:prSet>
      <dgm:spPr/>
    </dgm:pt>
    <dgm:pt modelId="{2C612D21-70A0-4C3D-8E02-84FA4F734CFE}" type="pres">
      <dgm:prSet presAssocID="{12A4C107-CF43-4CD6-A021-D2C24A56E734}" presName="spacerBetweenCircleAndCallout" presStyleCnt="0">
        <dgm:presLayoutVars/>
      </dgm:prSet>
      <dgm:spPr/>
    </dgm:pt>
    <dgm:pt modelId="{764BD274-6067-444F-8412-5D6431E9E495}" type="pres">
      <dgm:prSet presAssocID="{12A4C107-CF43-4CD6-A021-D2C24A56E734}" presName="verticalConnector" presStyleLbl="alignAccFollowNode1" presStyleIdx="1" presStyleCnt="5"/>
      <dgm:spPr/>
    </dgm:pt>
    <dgm:pt modelId="{25B76DCD-1D59-4B50-B736-F00C2BC12BB0}" type="pres">
      <dgm:prSet presAssocID="{D3F58AD8-8311-4B2C-905B-B9B37A4ED99D}" presName="nodeText" presStyleLbl="fgAcc1" presStyleIdx="1" presStyleCnt="5">
        <dgm:presLayoutVars>
          <dgm:bulletEnabled val="1"/>
        </dgm:presLayoutVars>
      </dgm:prSet>
      <dgm:spPr/>
    </dgm:pt>
    <dgm:pt modelId="{469815BB-8BB5-4E79-8E39-26A78AD4AAD2}" type="pres">
      <dgm:prSet presAssocID="{12A4C107-CF43-4CD6-A021-D2C24A56E734}" presName="sibTransComposite" presStyleCnt="0"/>
      <dgm:spPr/>
    </dgm:pt>
    <dgm:pt modelId="{6EAB8E71-6CD4-4BF7-900E-7C116FB7B6AB}" type="pres">
      <dgm:prSet presAssocID="{EC50AD35-1111-493F-8271-87CA3D584A03}" presName="compositeNode" presStyleCnt="0"/>
      <dgm:spPr/>
    </dgm:pt>
    <dgm:pt modelId="{9C9A264B-46C0-42B1-9044-8BB91271213B}" type="pres">
      <dgm:prSet presAssocID="{EC50AD35-1111-493F-8271-87CA3D584A03}" presName="parTx" presStyleLbl="node1" presStyleIdx="0" presStyleCnt="0">
        <dgm:presLayoutVars>
          <dgm:chMax val="0"/>
          <dgm:chPref val="0"/>
          <dgm:bulletEnabled val="1"/>
        </dgm:presLayoutVars>
      </dgm:prSet>
      <dgm:spPr/>
    </dgm:pt>
    <dgm:pt modelId="{CC8CE306-D6FE-4E5D-A381-7190F3A9ED60}" type="pres">
      <dgm:prSet presAssocID="{EC50AD35-1111-493F-8271-87CA3D584A03}" presName="parSh" presStyleCnt="0"/>
      <dgm:spPr/>
    </dgm:pt>
    <dgm:pt modelId="{CE64567E-DF3F-492B-B006-8F343AE6BD54}" type="pres">
      <dgm:prSet presAssocID="{EC50AD35-1111-493F-8271-87CA3D584A03}" presName="lineNode" presStyleLbl="alignNode1" presStyleIdx="6" presStyleCnt="15"/>
      <dgm:spPr/>
    </dgm:pt>
    <dgm:pt modelId="{3F1AAD74-D67F-44A1-BD86-523D67CAE7F0}" type="pres">
      <dgm:prSet presAssocID="{EC50AD35-1111-493F-8271-87CA3D584A03}" presName="lineArrowNode" presStyleLbl="alignNode1" presStyleIdx="7" presStyleCnt="15"/>
      <dgm:spPr/>
    </dgm:pt>
    <dgm:pt modelId="{0F2684FC-E537-4CCC-8C0A-B29096BAA9C0}" type="pres">
      <dgm:prSet presAssocID="{61991620-D7D6-4D2D-81E0-D2155CC7F610}" presName="sibTransNodeCircle" presStyleLbl="alignNode1" presStyleIdx="8" presStyleCnt="15">
        <dgm:presLayoutVars>
          <dgm:chMax val="0"/>
          <dgm:bulletEnabled/>
        </dgm:presLayoutVars>
      </dgm:prSet>
      <dgm:spPr/>
    </dgm:pt>
    <dgm:pt modelId="{63AB7CFA-6227-43FB-991D-2D597ED20CB0}" type="pres">
      <dgm:prSet presAssocID="{61991620-D7D6-4D2D-81E0-D2155CC7F610}" presName="spacerBetweenCircleAndCallout" presStyleCnt="0">
        <dgm:presLayoutVars/>
      </dgm:prSet>
      <dgm:spPr/>
    </dgm:pt>
    <dgm:pt modelId="{AF1DCEB8-8D32-416E-BB99-C385BD5D847A}" type="pres">
      <dgm:prSet presAssocID="{61991620-D7D6-4D2D-81E0-D2155CC7F610}" presName="verticalConnector" presStyleLbl="alignAccFollowNode1" presStyleIdx="2" presStyleCnt="5"/>
      <dgm:spPr/>
    </dgm:pt>
    <dgm:pt modelId="{F4E9EDD5-7988-46E9-AC7E-FEF92C2B6F5D}" type="pres">
      <dgm:prSet presAssocID="{EC50AD35-1111-493F-8271-87CA3D584A03}" presName="nodeText" presStyleLbl="fgAcc1" presStyleIdx="2" presStyleCnt="5">
        <dgm:presLayoutVars>
          <dgm:bulletEnabled val="1"/>
        </dgm:presLayoutVars>
      </dgm:prSet>
      <dgm:spPr/>
    </dgm:pt>
    <dgm:pt modelId="{B4D41391-2696-4193-9191-7004FA4B4518}" type="pres">
      <dgm:prSet presAssocID="{61991620-D7D6-4D2D-81E0-D2155CC7F610}" presName="sibTransComposite" presStyleCnt="0"/>
      <dgm:spPr/>
    </dgm:pt>
    <dgm:pt modelId="{3E19B71C-C2B1-4F23-B752-9694FDFB0859}" type="pres">
      <dgm:prSet presAssocID="{BBE27F91-69A7-4E42-9BD4-760B293762BB}" presName="compositeNode" presStyleCnt="0"/>
      <dgm:spPr/>
    </dgm:pt>
    <dgm:pt modelId="{EB2F33A3-9D3C-46A1-8EF8-1E8AB4E073CE}" type="pres">
      <dgm:prSet presAssocID="{BBE27F91-69A7-4E42-9BD4-760B293762BB}" presName="parTx" presStyleLbl="node1" presStyleIdx="0" presStyleCnt="0">
        <dgm:presLayoutVars>
          <dgm:chMax val="0"/>
          <dgm:chPref val="0"/>
          <dgm:bulletEnabled val="1"/>
        </dgm:presLayoutVars>
      </dgm:prSet>
      <dgm:spPr/>
    </dgm:pt>
    <dgm:pt modelId="{579A2208-D5BB-463E-BACD-1BBEB3708E47}" type="pres">
      <dgm:prSet presAssocID="{BBE27F91-69A7-4E42-9BD4-760B293762BB}" presName="parSh" presStyleCnt="0"/>
      <dgm:spPr/>
    </dgm:pt>
    <dgm:pt modelId="{7CA0D382-FCC0-45C8-ABBE-3F72782F9DCF}" type="pres">
      <dgm:prSet presAssocID="{BBE27F91-69A7-4E42-9BD4-760B293762BB}" presName="lineNode" presStyleLbl="alignNode1" presStyleIdx="9" presStyleCnt="15"/>
      <dgm:spPr/>
    </dgm:pt>
    <dgm:pt modelId="{2A6C8B48-FCFB-4541-A970-904EA645F56B}" type="pres">
      <dgm:prSet presAssocID="{BBE27F91-69A7-4E42-9BD4-760B293762BB}" presName="lineArrowNode" presStyleLbl="alignNode1" presStyleIdx="10" presStyleCnt="15"/>
      <dgm:spPr/>
    </dgm:pt>
    <dgm:pt modelId="{3F301164-3BDF-4260-85C9-0A432F46E425}" type="pres">
      <dgm:prSet presAssocID="{E39AFA55-2AC1-4523-8BA9-00FF948FDB84}" presName="sibTransNodeCircle" presStyleLbl="alignNode1" presStyleIdx="11" presStyleCnt="15">
        <dgm:presLayoutVars>
          <dgm:chMax val="0"/>
          <dgm:bulletEnabled/>
        </dgm:presLayoutVars>
      </dgm:prSet>
      <dgm:spPr/>
    </dgm:pt>
    <dgm:pt modelId="{CB52DF4D-96DE-4A59-A2C7-D6187CE2682D}" type="pres">
      <dgm:prSet presAssocID="{E39AFA55-2AC1-4523-8BA9-00FF948FDB84}" presName="spacerBetweenCircleAndCallout" presStyleCnt="0">
        <dgm:presLayoutVars/>
      </dgm:prSet>
      <dgm:spPr/>
    </dgm:pt>
    <dgm:pt modelId="{E4444C00-3E9B-4692-A5A3-992DB50F4F3B}" type="pres">
      <dgm:prSet presAssocID="{E39AFA55-2AC1-4523-8BA9-00FF948FDB84}" presName="verticalConnector" presStyleLbl="alignAccFollowNode1" presStyleIdx="3" presStyleCnt="5"/>
      <dgm:spPr/>
    </dgm:pt>
    <dgm:pt modelId="{FDD8038B-F361-4DE6-9848-C960CF1E7217}" type="pres">
      <dgm:prSet presAssocID="{BBE27F91-69A7-4E42-9BD4-760B293762BB}" presName="nodeText" presStyleLbl="fgAcc1" presStyleIdx="3" presStyleCnt="5">
        <dgm:presLayoutVars>
          <dgm:bulletEnabled val="1"/>
        </dgm:presLayoutVars>
      </dgm:prSet>
      <dgm:spPr/>
    </dgm:pt>
    <dgm:pt modelId="{0A2584AD-F62D-4ECD-B307-6DAA99D5D113}" type="pres">
      <dgm:prSet presAssocID="{E39AFA55-2AC1-4523-8BA9-00FF948FDB84}" presName="sibTransComposite" presStyleCnt="0"/>
      <dgm:spPr/>
    </dgm:pt>
    <dgm:pt modelId="{32A2AB46-E884-40F1-8D17-DCDEF3A130A5}" type="pres">
      <dgm:prSet presAssocID="{78F42269-724C-4DC3-BFAC-AE4F6691B813}" presName="compositeNode" presStyleCnt="0"/>
      <dgm:spPr/>
    </dgm:pt>
    <dgm:pt modelId="{85894009-4BA1-4338-A6D6-FA11983AE74A}" type="pres">
      <dgm:prSet presAssocID="{78F42269-724C-4DC3-BFAC-AE4F6691B813}" presName="parTx" presStyleLbl="node1" presStyleIdx="0" presStyleCnt="0">
        <dgm:presLayoutVars>
          <dgm:chMax val="0"/>
          <dgm:chPref val="0"/>
          <dgm:bulletEnabled val="1"/>
        </dgm:presLayoutVars>
      </dgm:prSet>
      <dgm:spPr/>
    </dgm:pt>
    <dgm:pt modelId="{10DDB64D-0D67-4F5D-B4A7-1E24E266885D}" type="pres">
      <dgm:prSet presAssocID="{78F42269-724C-4DC3-BFAC-AE4F6691B813}" presName="parSh" presStyleCnt="0"/>
      <dgm:spPr/>
    </dgm:pt>
    <dgm:pt modelId="{53B4EA0F-24F0-4E92-A615-C582042EA0DE}" type="pres">
      <dgm:prSet presAssocID="{78F42269-724C-4DC3-BFAC-AE4F6691B813}" presName="lineNode" presStyleLbl="alignNode1" presStyleIdx="12" presStyleCnt="15"/>
      <dgm:spPr/>
    </dgm:pt>
    <dgm:pt modelId="{C97E1112-71BF-438E-BC99-E51BDBA3B17A}" type="pres">
      <dgm:prSet presAssocID="{78F42269-724C-4DC3-BFAC-AE4F6691B813}" presName="lineArrowNode" presStyleLbl="alignNode1" presStyleIdx="13" presStyleCnt="15"/>
      <dgm:spPr/>
    </dgm:pt>
    <dgm:pt modelId="{711223CF-F246-4E35-8756-A89CB52FA252}" type="pres">
      <dgm:prSet presAssocID="{86CB1E2E-EE54-4C1A-99E9-653CC66F8918}" presName="sibTransNodeCircle" presStyleLbl="alignNode1" presStyleIdx="14" presStyleCnt="15">
        <dgm:presLayoutVars>
          <dgm:chMax val="0"/>
          <dgm:bulletEnabled/>
        </dgm:presLayoutVars>
      </dgm:prSet>
      <dgm:spPr/>
    </dgm:pt>
    <dgm:pt modelId="{847EF82E-8A38-455A-83B4-760720666F17}" type="pres">
      <dgm:prSet presAssocID="{86CB1E2E-EE54-4C1A-99E9-653CC66F8918}" presName="spacerBetweenCircleAndCallout" presStyleCnt="0">
        <dgm:presLayoutVars/>
      </dgm:prSet>
      <dgm:spPr/>
    </dgm:pt>
    <dgm:pt modelId="{BA78840D-B284-43BB-A628-3D8CEA55E170}" type="pres">
      <dgm:prSet presAssocID="{86CB1E2E-EE54-4C1A-99E9-653CC66F8918}" presName="verticalConnector" presStyleLbl="alignAccFollowNode1" presStyleIdx="4" presStyleCnt="5"/>
      <dgm:spPr/>
    </dgm:pt>
    <dgm:pt modelId="{1955424C-2E88-45B6-BF70-974BB48ECEB2}" type="pres">
      <dgm:prSet presAssocID="{78F42269-724C-4DC3-BFAC-AE4F6691B813}" presName="nodeText" presStyleLbl="fgAcc1" presStyleIdx="4" presStyleCnt="5">
        <dgm:presLayoutVars>
          <dgm:bulletEnabled val="1"/>
        </dgm:presLayoutVars>
      </dgm:prSet>
      <dgm:spPr/>
    </dgm:pt>
  </dgm:ptLst>
  <dgm:cxnLst>
    <dgm:cxn modelId="{DD54A302-66ED-419B-8D8A-D55523F8F22B}" type="presOf" srcId="{1DF85D71-8CF1-4015-AB60-D869D2A979DD}" destId="{F4E9EDD5-7988-46E9-AC7E-FEF92C2B6F5D}" srcOrd="0" destOrd="2" presId="urn:microsoft.com/office/officeart/2024/layout/NumberedLinearArrowProcess"/>
    <dgm:cxn modelId="{58B3D803-681F-434B-B075-CF6615776512}" type="presOf" srcId="{86CB1E2E-EE54-4C1A-99E9-653CC66F8918}" destId="{711223CF-F246-4E35-8756-A89CB52FA252}" srcOrd="0" destOrd="0" presId="urn:microsoft.com/office/officeart/2024/layout/NumberedLinearArrowProcess"/>
    <dgm:cxn modelId="{20D2AB05-DDD9-4FA7-9D24-ED09D44A374B}" type="presOf" srcId="{F31AB3DB-4FA7-4355-8101-79D94140BE3C}" destId="{349C0205-EBA0-40F9-9A6A-0C5BFA1EEDCB}" srcOrd="0" destOrd="3" presId="urn:microsoft.com/office/officeart/2024/layout/NumberedLinearArrowProcess"/>
    <dgm:cxn modelId="{4AC27009-97A8-4BCF-8617-6064C8A13465}" type="presOf" srcId="{D3F58AD8-8311-4B2C-905B-B9B37A4ED99D}" destId="{25B76DCD-1D59-4B50-B736-F00C2BC12BB0}" srcOrd="1" destOrd="0" presId="urn:microsoft.com/office/officeart/2024/layout/NumberedLinearArrowProcess"/>
    <dgm:cxn modelId="{7A4E8017-A20C-426B-923F-19E2CE7E5952}" srcId="{D3F58AD8-8311-4B2C-905B-B9B37A4ED99D}" destId="{3504FBCD-473E-47BE-8E28-2CD17D215E05}" srcOrd="2" destOrd="0" parTransId="{6F864319-B057-4DC7-B91C-66FF06AE9A40}" sibTransId="{DB0F7AED-2BB2-46E4-AEC7-AD9133434BF1}"/>
    <dgm:cxn modelId="{7982CC19-7B9F-4722-9371-957CAF6F5F3F}" type="presOf" srcId="{D0454C5E-5CBC-41F5-89D8-C1CDFBE1D035}" destId="{349C0205-EBA0-40F9-9A6A-0C5BFA1EEDCB}" srcOrd="1" destOrd="0" presId="urn:microsoft.com/office/officeart/2024/layout/NumberedLinearArrowProcess"/>
    <dgm:cxn modelId="{482CCE1A-016A-4E14-BAD6-6407D9EEFC00}" type="presOf" srcId="{B7444101-70CB-4605-BE06-130CE2663CB5}" destId="{F4E9EDD5-7988-46E9-AC7E-FEF92C2B6F5D}" srcOrd="0" destOrd="1" presId="urn:microsoft.com/office/officeart/2024/layout/NumberedLinearArrowProcess"/>
    <dgm:cxn modelId="{5CF0FE1C-F4D7-443C-BBC7-33DEE01458A4}" type="presOf" srcId="{D0454C5E-5CBC-41F5-89D8-C1CDFBE1D035}" destId="{93AD8D85-D0DB-42A3-A50C-99BD0937CCA9}" srcOrd="0" destOrd="0" presId="urn:microsoft.com/office/officeart/2024/layout/NumberedLinearArrowProcess"/>
    <dgm:cxn modelId="{702FAA1E-0B4D-45E5-A864-30F01AB9ED0D}" type="presOf" srcId="{BBE27F91-69A7-4E42-9BD4-760B293762BB}" destId="{FDD8038B-F361-4DE6-9848-C960CF1E7217}" srcOrd="1" destOrd="0" presId="urn:microsoft.com/office/officeart/2024/layout/NumberedLinearArrowProcess"/>
    <dgm:cxn modelId="{9E661426-4695-4D31-89EF-83C68FCFC676}" type="presOf" srcId="{BBE27F91-69A7-4E42-9BD4-760B293762BB}" destId="{2A6C8B48-FCFB-4541-A970-904EA645F56B}" srcOrd="0" destOrd="0" presId="urn:microsoft.com/office/officeart/2024/layout/NumberedLinearArrowProcess"/>
    <dgm:cxn modelId="{53F3782C-ACCA-4ED3-B5A4-80417802D098}" type="presOf" srcId="{F3AFBC7D-FCE7-48D0-9BB1-6022EB1EE0EA}" destId="{98E326BC-6F76-4B49-8993-1F597A8CF3E3}" srcOrd="0" destOrd="0" presId="urn:microsoft.com/office/officeart/2024/layout/NumberedLinearArrowProcess"/>
    <dgm:cxn modelId="{84980333-26A9-47A1-B3D3-040126CDCB78}" type="presOf" srcId="{3369BE8D-8FF2-4EB4-A625-5C05BC6267BB}" destId="{FDD8038B-F361-4DE6-9848-C960CF1E7217}" srcOrd="0" destOrd="2" presId="urn:microsoft.com/office/officeart/2024/layout/NumberedLinearArrowProcess"/>
    <dgm:cxn modelId="{A9E81F3B-09D3-42F1-9EB6-3D8F79102F9E}" srcId="{78F42269-724C-4DC3-BFAC-AE4F6691B813}" destId="{A14C3ECA-BB0E-43DC-9868-6288C0DC5BCA}" srcOrd="2" destOrd="0" parTransId="{9CA8DAAA-778D-4DCE-AA06-CD566BC052A6}" sibTransId="{BFBEAFCC-17A3-4FAE-B1CC-DEE06014B7D5}"/>
    <dgm:cxn modelId="{C948863C-C1CF-4CC3-BEB6-D52AD142BC1E}" srcId="{946F651F-1820-41C7-8CB4-D624E88EA3E1}" destId="{D3F58AD8-8311-4B2C-905B-B9B37A4ED99D}" srcOrd="1" destOrd="0" parTransId="{ADDE4D18-BA93-4B69-9D8D-CB61E310960A}" sibTransId="{12A4C107-CF43-4CD6-A021-D2C24A56E734}"/>
    <dgm:cxn modelId="{8DBAF640-AF31-4D6B-8970-403250864F08}" srcId="{D3F58AD8-8311-4B2C-905B-B9B37A4ED99D}" destId="{A8CE95C7-6FD2-4E07-A7C4-55743DA125F8}" srcOrd="1" destOrd="0" parTransId="{485CF8F8-8E12-4505-B682-663ABF825F68}" sibTransId="{2CAD7BBF-332E-44C1-A643-5B2D90F8E9E6}"/>
    <dgm:cxn modelId="{43B72A5C-9781-4D14-8CB4-657DFE1C62B8}" type="presOf" srcId="{C65C1E26-6FA9-4001-A608-F3C720F271AB}" destId="{F4E9EDD5-7988-46E9-AC7E-FEF92C2B6F5D}" srcOrd="0" destOrd="3" presId="urn:microsoft.com/office/officeart/2024/layout/NumberedLinearArrowProcess"/>
    <dgm:cxn modelId="{9F158E5D-4920-4770-B2D1-FB9D02DD2CA5}" srcId="{BBE27F91-69A7-4E42-9BD4-760B293762BB}" destId="{C9D141C9-4BD7-49CE-9B37-1739228DC60C}" srcOrd="0" destOrd="0" parTransId="{3AFB404E-7C8A-4EEE-B012-407BB2A7FC16}" sibTransId="{272A5C26-7382-42CC-B52B-44ECD5A8069A}"/>
    <dgm:cxn modelId="{D3D0B45D-E2E2-4975-BAF8-2CF2B2B2AC1B}" type="presOf" srcId="{61991620-D7D6-4D2D-81E0-D2155CC7F610}" destId="{0F2684FC-E537-4CCC-8C0A-B29096BAA9C0}" srcOrd="0" destOrd="0" presId="urn:microsoft.com/office/officeart/2024/layout/NumberedLinearArrowProcess"/>
    <dgm:cxn modelId="{F0525841-D376-475D-B3B0-8B89071DE2F2}" type="presOf" srcId="{E39AFA55-2AC1-4523-8BA9-00FF948FDB84}" destId="{3F301164-3BDF-4260-85C9-0A432F46E425}" srcOrd="0" destOrd="0" presId="urn:microsoft.com/office/officeart/2024/layout/NumberedLinearArrowProcess"/>
    <dgm:cxn modelId="{11E36662-8859-48B5-81A3-34A98E3C9A00}" srcId="{78F42269-724C-4DC3-BFAC-AE4F6691B813}" destId="{6BA04C51-591E-496E-9AE4-7205F4D7CE71}" srcOrd="0" destOrd="0" parTransId="{1B913BDB-A1E5-41FD-8158-146005D79E0B}" sibTransId="{6168989E-A0A4-4D22-9BE0-33E8C37FF91E}"/>
    <dgm:cxn modelId="{769D2464-D470-4A52-99AE-5EE7F9B14D88}" type="presOf" srcId="{F9921D18-B65A-44E2-8207-2554F72D140F}" destId="{25B76DCD-1D59-4B50-B736-F00C2BC12BB0}" srcOrd="0" destOrd="1" presId="urn:microsoft.com/office/officeart/2024/layout/NumberedLinearArrowProcess"/>
    <dgm:cxn modelId="{DFD2B545-9E64-4D1C-AD73-714756F3513C}" srcId="{946F651F-1820-41C7-8CB4-D624E88EA3E1}" destId="{BBE27F91-69A7-4E42-9BD4-760B293762BB}" srcOrd="3" destOrd="0" parTransId="{645EDE5C-56CB-406D-9F2A-EC316861E5C4}" sibTransId="{E39AFA55-2AC1-4523-8BA9-00FF948FDB84}"/>
    <dgm:cxn modelId="{A48B0266-09E4-4176-A1EC-928B9C414970}" srcId="{D0454C5E-5CBC-41F5-89D8-C1CDFBE1D035}" destId="{A01C85D3-4982-4BA8-BED7-9B6BC1D4D498}" srcOrd="1" destOrd="0" parTransId="{4B6D4E73-BADD-4AF9-9720-63BBC978087F}" sibTransId="{14FD0F1D-CFA8-48B7-AE86-D51549512069}"/>
    <dgm:cxn modelId="{F3E9B648-25A9-481E-B76A-D458A6DFC837}" srcId="{946F651F-1820-41C7-8CB4-D624E88EA3E1}" destId="{EC50AD35-1111-493F-8271-87CA3D584A03}" srcOrd="2" destOrd="0" parTransId="{559DFC36-754B-4EDA-9362-2B27FBCCCD65}" sibTransId="{61991620-D7D6-4D2D-81E0-D2155CC7F610}"/>
    <dgm:cxn modelId="{A6D45349-2D96-4315-903B-AE1296419BC5}" srcId="{BBE27F91-69A7-4E42-9BD4-760B293762BB}" destId="{294E9354-35D4-4FF5-A531-56623E367E9A}" srcOrd="3" destOrd="0" parTransId="{6588DA03-6FFA-470C-83E6-E88837D55F9B}" sibTransId="{E1B9F140-EFDE-4693-84CB-1F324F303919}"/>
    <dgm:cxn modelId="{1093BD4A-4654-4E96-979E-26336E3BA894}" srcId="{EC50AD35-1111-493F-8271-87CA3D584A03}" destId="{C65C1E26-6FA9-4001-A608-F3C720F271AB}" srcOrd="2" destOrd="0" parTransId="{2FFA7DD8-9BA5-43AD-9B68-040EFD78792B}" sibTransId="{F4CF9224-3F1E-4A0D-8CF9-295243516402}"/>
    <dgm:cxn modelId="{3394FD4C-2693-4281-8379-8161ABD03194}" type="presOf" srcId="{78F42269-724C-4DC3-BFAC-AE4F6691B813}" destId="{C97E1112-71BF-438E-BC99-E51BDBA3B17A}" srcOrd="0" destOrd="0" presId="urn:microsoft.com/office/officeart/2024/layout/NumberedLinearArrowProcess"/>
    <dgm:cxn modelId="{6483EB4F-65EB-4404-96CE-3ABF62B0B9BA}" srcId="{EC50AD35-1111-493F-8271-87CA3D584A03}" destId="{1DF85D71-8CF1-4015-AB60-D869D2A979DD}" srcOrd="1" destOrd="0" parTransId="{54A9FCB7-C0D1-4B03-B27B-F6EA81AA4134}" sibTransId="{8B1BCFA4-EBEC-4790-B34C-A2672C43D397}"/>
    <dgm:cxn modelId="{0E165A74-9012-4C1F-9213-F55F3287607B}" srcId="{D0454C5E-5CBC-41F5-89D8-C1CDFBE1D035}" destId="{F31AB3DB-4FA7-4355-8101-79D94140BE3C}" srcOrd="2" destOrd="0" parTransId="{4A4D5CD6-093B-45C2-B6BF-4C6D88B4E6A1}" sibTransId="{DC7F55F0-C380-431A-B9C1-B12699EC20EA}"/>
    <dgm:cxn modelId="{6998D278-0213-48C0-BDE3-27F0E5E71E90}" type="presOf" srcId="{D3F58AD8-8311-4B2C-905B-B9B37A4ED99D}" destId="{E91D5A9C-D5B1-46F3-B8C0-B22E8F6245B5}" srcOrd="0" destOrd="0" presId="urn:microsoft.com/office/officeart/2024/layout/NumberedLinearArrowProcess"/>
    <dgm:cxn modelId="{9845A87A-FB8A-46C8-9668-A1E08428F902}" type="presOf" srcId="{F6057818-99F1-4058-9A80-7E5E9714E06A}" destId="{FDD8038B-F361-4DE6-9848-C960CF1E7217}" srcOrd="0" destOrd="3" presId="urn:microsoft.com/office/officeart/2024/layout/NumberedLinearArrowProcess"/>
    <dgm:cxn modelId="{E18BE789-4BE1-4333-B3A9-E481B8AFCEAF}" type="presOf" srcId="{6BA04C51-591E-496E-9AE4-7205F4D7CE71}" destId="{1955424C-2E88-45B6-BF70-974BB48ECEB2}" srcOrd="0" destOrd="1" presId="urn:microsoft.com/office/officeart/2024/layout/NumberedLinearArrowProcess"/>
    <dgm:cxn modelId="{C712348E-3F5F-4543-A403-FCDF659A3BD8}" type="presOf" srcId="{78F42269-724C-4DC3-BFAC-AE4F6691B813}" destId="{1955424C-2E88-45B6-BF70-974BB48ECEB2}" srcOrd="1" destOrd="0" presId="urn:microsoft.com/office/officeart/2024/layout/NumberedLinearArrowProcess"/>
    <dgm:cxn modelId="{6002729B-9138-4354-8318-18B5D9297739}" srcId="{BBE27F91-69A7-4E42-9BD4-760B293762BB}" destId="{F6057818-99F1-4058-9A80-7E5E9714E06A}" srcOrd="2" destOrd="0" parTransId="{366AFE6A-9EA8-46B2-AC9B-78E8ED20E3DF}" sibTransId="{B06310C5-5D50-4683-97C1-97B51E84868D}"/>
    <dgm:cxn modelId="{EDAE489C-ED7A-4A10-8797-C19929FE5A25}" type="presOf" srcId="{12A4C107-CF43-4CD6-A021-D2C24A56E734}" destId="{9BC6853A-CF83-4EA1-AB9A-1BB80E0D969A}" srcOrd="0" destOrd="0" presId="urn:microsoft.com/office/officeart/2024/layout/NumberedLinearArrowProcess"/>
    <dgm:cxn modelId="{2A2C569D-76DA-4E33-8DCA-6A6942EDB708}" type="presOf" srcId="{C9D141C9-4BD7-49CE-9B37-1739228DC60C}" destId="{FDD8038B-F361-4DE6-9848-C960CF1E7217}" srcOrd="0" destOrd="1" presId="urn:microsoft.com/office/officeart/2024/layout/NumberedLinearArrowProcess"/>
    <dgm:cxn modelId="{74B93EA0-26F1-442C-9E4C-F7EE8FAE7786}" srcId="{EC50AD35-1111-493F-8271-87CA3D584A03}" destId="{B7444101-70CB-4605-BE06-130CE2663CB5}" srcOrd="0" destOrd="0" parTransId="{A2372B10-8412-4A9A-BA32-ACDEC91B6947}" sibTransId="{16112495-C49F-4A3A-AAE0-AF0A4351CEE8}"/>
    <dgm:cxn modelId="{F296B1A2-A86A-43C5-BF42-65FFA5DB3F7A}" type="presOf" srcId="{A01C85D3-4982-4BA8-BED7-9B6BC1D4D498}" destId="{349C0205-EBA0-40F9-9A6A-0C5BFA1EEDCB}" srcOrd="0" destOrd="2" presId="urn:microsoft.com/office/officeart/2024/layout/NumberedLinearArrowProcess"/>
    <dgm:cxn modelId="{DAE03AB0-1A98-492B-983E-9D3BF88A76CC}" type="presOf" srcId="{3504FBCD-473E-47BE-8E28-2CD17D215E05}" destId="{25B76DCD-1D59-4B50-B736-F00C2BC12BB0}" srcOrd="0" destOrd="3" presId="urn:microsoft.com/office/officeart/2024/layout/NumberedLinearArrowProcess"/>
    <dgm:cxn modelId="{27BC0AB2-9F77-41F8-8376-BC1B6EC06821}" type="presOf" srcId="{A8CE95C7-6FD2-4E07-A7C4-55743DA125F8}" destId="{25B76DCD-1D59-4B50-B736-F00C2BC12BB0}" srcOrd="0" destOrd="2" presId="urn:microsoft.com/office/officeart/2024/layout/NumberedLinearArrowProcess"/>
    <dgm:cxn modelId="{9B868DB4-2D3B-4F1E-ABA3-B4C190997E4B}" type="presOf" srcId="{A14C3ECA-BB0E-43DC-9868-6288C0DC5BCA}" destId="{1955424C-2E88-45B6-BF70-974BB48ECEB2}" srcOrd="0" destOrd="3" presId="urn:microsoft.com/office/officeart/2024/layout/NumberedLinearArrowProcess"/>
    <dgm:cxn modelId="{89D2EFB7-C8E6-4587-9A9E-280815CAD9A1}" srcId="{946F651F-1820-41C7-8CB4-D624E88EA3E1}" destId="{D0454C5E-5CBC-41F5-89D8-C1CDFBE1D035}" srcOrd="0" destOrd="0" parTransId="{C701F783-3D22-46FF-8ECD-557227420230}" sibTransId="{F3AFBC7D-FCE7-48D0-9BB1-6022EB1EE0EA}"/>
    <dgm:cxn modelId="{E957C0BA-09C8-42F1-B1B2-943E129D47C2}" srcId="{78F42269-724C-4DC3-BFAC-AE4F6691B813}" destId="{6099358E-643E-414A-B1CA-CB69CB290B47}" srcOrd="1" destOrd="0" parTransId="{471FA855-03DF-4AC3-A3E2-08DA339BA47B}" sibTransId="{1444FAF7-F87B-4972-BF7E-AD624CF52B7A}"/>
    <dgm:cxn modelId="{1939B0C2-4CBF-44B7-80F1-AB4E41511AFD}" type="presOf" srcId="{946F651F-1820-41C7-8CB4-D624E88EA3E1}" destId="{8B9842AF-48E3-44AB-87F2-873E73B2C7EE}" srcOrd="0" destOrd="0" presId="urn:microsoft.com/office/officeart/2024/layout/NumberedLinearArrowProcess"/>
    <dgm:cxn modelId="{6E508BDE-FA41-44F3-8E00-C36210D2EF5D}" srcId="{946F651F-1820-41C7-8CB4-D624E88EA3E1}" destId="{78F42269-724C-4DC3-BFAC-AE4F6691B813}" srcOrd="4" destOrd="0" parTransId="{910F3F29-8CD3-48A2-A689-4746BAC090BC}" sibTransId="{86CB1E2E-EE54-4C1A-99E9-653CC66F8918}"/>
    <dgm:cxn modelId="{340362DF-DA71-4F0B-A632-5C5F48A433BB}" type="presOf" srcId="{6099358E-643E-414A-B1CA-CB69CB290B47}" destId="{1955424C-2E88-45B6-BF70-974BB48ECEB2}" srcOrd="0" destOrd="2" presId="urn:microsoft.com/office/officeart/2024/layout/NumberedLinearArrowProcess"/>
    <dgm:cxn modelId="{B91AF7E0-7AC9-4FAA-A064-E51BFB30C163}" type="presOf" srcId="{D6589209-C5D3-4322-95F8-19716CD4C620}" destId="{349C0205-EBA0-40F9-9A6A-0C5BFA1EEDCB}" srcOrd="0" destOrd="1" presId="urn:microsoft.com/office/officeart/2024/layout/NumberedLinearArrowProcess"/>
    <dgm:cxn modelId="{95E859E5-E0FB-43ED-92D2-8EC0E097D1FF}" srcId="{D0454C5E-5CBC-41F5-89D8-C1CDFBE1D035}" destId="{D6589209-C5D3-4322-95F8-19716CD4C620}" srcOrd="0" destOrd="0" parTransId="{4FB8371A-FA2C-484C-ABFB-9028200543A9}" sibTransId="{EA2983B9-2942-45DE-890A-8913C89C852D}"/>
    <dgm:cxn modelId="{BDB77EE9-1396-4857-BDF0-D463140A7354}" type="presOf" srcId="{EC50AD35-1111-493F-8271-87CA3D584A03}" destId="{F4E9EDD5-7988-46E9-AC7E-FEF92C2B6F5D}" srcOrd="1" destOrd="0" presId="urn:microsoft.com/office/officeart/2024/layout/NumberedLinearArrowProcess"/>
    <dgm:cxn modelId="{6EAD05EA-4E6A-450F-9115-50F3CFF03374}" srcId="{BBE27F91-69A7-4E42-9BD4-760B293762BB}" destId="{3369BE8D-8FF2-4EB4-A625-5C05BC6267BB}" srcOrd="1" destOrd="0" parTransId="{403C1E0D-984D-4B8D-A153-68E07B95AF9E}" sibTransId="{3B063017-4250-4426-B584-196E20D49FA6}"/>
    <dgm:cxn modelId="{DC12FAF4-AF87-494D-B592-471179A197BB}" srcId="{D3F58AD8-8311-4B2C-905B-B9B37A4ED99D}" destId="{F9921D18-B65A-44E2-8207-2554F72D140F}" srcOrd="0" destOrd="0" parTransId="{FBFB523D-D425-4E04-892E-33D560087D90}" sibTransId="{DD4D800F-6F92-4EBA-8E5D-61B6156D996F}"/>
    <dgm:cxn modelId="{123027F7-60D9-476B-A6AA-594B17540D05}" type="presOf" srcId="{294E9354-35D4-4FF5-A531-56623E367E9A}" destId="{FDD8038B-F361-4DE6-9848-C960CF1E7217}" srcOrd="0" destOrd="4" presId="urn:microsoft.com/office/officeart/2024/layout/NumberedLinearArrowProcess"/>
    <dgm:cxn modelId="{68CDD7FF-906E-4B3B-A354-A459DEE0BE35}" type="presOf" srcId="{EC50AD35-1111-493F-8271-87CA3D584A03}" destId="{3F1AAD74-D67F-44A1-BD86-523D67CAE7F0}" srcOrd="0" destOrd="0" presId="urn:microsoft.com/office/officeart/2024/layout/NumberedLinearArrowProcess"/>
    <dgm:cxn modelId="{1FD8010B-DBF1-4063-AFDB-006652C32E0A}" type="presParOf" srcId="{8B9842AF-48E3-44AB-87F2-873E73B2C7EE}" destId="{F78697AA-E2D5-430A-8DA5-5F4E4476FA59}" srcOrd="0" destOrd="0" presId="urn:microsoft.com/office/officeart/2024/layout/NumberedLinearArrowProcess"/>
    <dgm:cxn modelId="{32845DB4-CEF8-4253-8FFD-79E42A448371}" type="presParOf" srcId="{F78697AA-E2D5-430A-8DA5-5F4E4476FA59}" destId="{4D182283-8992-458B-BA85-1DE75A887B2B}" srcOrd="0" destOrd="0" presId="urn:microsoft.com/office/officeart/2024/layout/NumberedLinearArrowProcess"/>
    <dgm:cxn modelId="{FA32C408-3C08-451A-A628-4E5564EFF5C3}" type="presParOf" srcId="{F78697AA-E2D5-430A-8DA5-5F4E4476FA59}" destId="{7486EA4B-53FC-4349-8333-172B6F680ED7}" srcOrd="1" destOrd="0" presId="urn:microsoft.com/office/officeart/2024/layout/NumberedLinearArrowProcess"/>
    <dgm:cxn modelId="{48C8869A-F7FC-4DED-B81B-3AEF9CD1403F}" type="presParOf" srcId="{7486EA4B-53FC-4349-8333-172B6F680ED7}" destId="{C3B171B9-59AA-4CFE-91AC-B5DEAF55AC29}" srcOrd="0" destOrd="0" presId="urn:microsoft.com/office/officeart/2024/layout/NumberedLinearArrowProcess"/>
    <dgm:cxn modelId="{45B2CD6B-63B8-47C5-B631-04EBD69778AF}" type="presParOf" srcId="{7486EA4B-53FC-4349-8333-172B6F680ED7}" destId="{93AD8D85-D0DB-42A3-A50C-99BD0937CCA9}" srcOrd="1" destOrd="0" presId="urn:microsoft.com/office/officeart/2024/layout/NumberedLinearArrowProcess"/>
    <dgm:cxn modelId="{6A0CE631-AF58-4D70-B7FD-47F3DBA4A305}" type="presParOf" srcId="{7486EA4B-53FC-4349-8333-172B6F680ED7}" destId="{98E326BC-6F76-4B49-8993-1F597A8CF3E3}" srcOrd="2" destOrd="0" presId="urn:microsoft.com/office/officeart/2024/layout/NumberedLinearArrowProcess"/>
    <dgm:cxn modelId="{1AC3F73B-C434-4B3C-BF7D-B53F13D58B54}" type="presParOf" srcId="{7486EA4B-53FC-4349-8333-172B6F680ED7}" destId="{D82F74FD-A655-49B1-9D87-F2CD093C9BFE}" srcOrd="3" destOrd="0" presId="urn:microsoft.com/office/officeart/2024/layout/NumberedLinearArrowProcess"/>
    <dgm:cxn modelId="{6033B906-E4F2-464B-A2A2-AB77D01887C2}" type="presParOf" srcId="{7486EA4B-53FC-4349-8333-172B6F680ED7}" destId="{CC4C72FD-63A9-4477-990E-12A81699A61D}" srcOrd="4" destOrd="0" presId="urn:microsoft.com/office/officeart/2024/layout/NumberedLinearArrowProcess"/>
    <dgm:cxn modelId="{631222D6-E2D9-497C-9438-F777EC89A8D8}" type="presParOf" srcId="{F78697AA-E2D5-430A-8DA5-5F4E4476FA59}" destId="{349C0205-EBA0-40F9-9A6A-0C5BFA1EEDCB}" srcOrd="2" destOrd="0" presId="urn:microsoft.com/office/officeart/2024/layout/NumberedLinearArrowProcess"/>
    <dgm:cxn modelId="{8A9187B0-C80E-4093-919B-C538F738B034}" type="presParOf" srcId="{8B9842AF-48E3-44AB-87F2-873E73B2C7EE}" destId="{E8EFD9FC-F3F6-4DC3-BA82-CC2840417C3E}" srcOrd="1" destOrd="0" presId="urn:microsoft.com/office/officeart/2024/layout/NumberedLinearArrowProcess"/>
    <dgm:cxn modelId="{94BFBA41-3634-4FC9-8275-9200324300D2}" type="presParOf" srcId="{8B9842AF-48E3-44AB-87F2-873E73B2C7EE}" destId="{3E3B7919-97EA-4CB3-ADAD-4F611A91EBC4}" srcOrd="2" destOrd="0" presId="urn:microsoft.com/office/officeart/2024/layout/NumberedLinearArrowProcess"/>
    <dgm:cxn modelId="{CE718780-7755-4E08-A624-45309C31A8FE}" type="presParOf" srcId="{3E3B7919-97EA-4CB3-ADAD-4F611A91EBC4}" destId="{16427372-3165-44D0-B4B4-1E1E729E3A1B}" srcOrd="0" destOrd="0" presId="urn:microsoft.com/office/officeart/2024/layout/NumberedLinearArrowProcess"/>
    <dgm:cxn modelId="{381833CA-68B1-4AD7-BF5F-1AC1CCA51AB6}" type="presParOf" srcId="{3E3B7919-97EA-4CB3-ADAD-4F611A91EBC4}" destId="{28ACF572-44D3-49B3-B382-A66D10C67F35}" srcOrd="1" destOrd="0" presId="urn:microsoft.com/office/officeart/2024/layout/NumberedLinearArrowProcess"/>
    <dgm:cxn modelId="{D7BB0708-A703-4DD5-A9A9-B5483C00A8F2}" type="presParOf" srcId="{28ACF572-44D3-49B3-B382-A66D10C67F35}" destId="{C6161280-5F5B-48E3-9D30-120EC2AFF19A}" srcOrd="0" destOrd="0" presId="urn:microsoft.com/office/officeart/2024/layout/NumberedLinearArrowProcess"/>
    <dgm:cxn modelId="{A6FC2862-5EE0-4D8F-BC61-DFEC9ECEAA90}" type="presParOf" srcId="{28ACF572-44D3-49B3-B382-A66D10C67F35}" destId="{E91D5A9C-D5B1-46F3-B8C0-B22E8F6245B5}" srcOrd="1" destOrd="0" presId="urn:microsoft.com/office/officeart/2024/layout/NumberedLinearArrowProcess"/>
    <dgm:cxn modelId="{5F2D49B3-5880-46AE-BF0D-C5CB474D6A6A}" type="presParOf" srcId="{28ACF572-44D3-49B3-B382-A66D10C67F35}" destId="{9BC6853A-CF83-4EA1-AB9A-1BB80E0D969A}" srcOrd="2" destOrd="0" presId="urn:microsoft.com/office/officeart/2024/layout/NumberedLinearArrowProcess"/>
    <dgm:cxn modelId="{CB1F638D-A21C-47AC-8E08-F0D43B1AFC13}" type="presParOf" srcId="{28ACF572-44D3-49B3-B382-A66D10C67F35}" destId="{2C612D21-70A0-4C3D-8E02-84FA4F734CFE}" srcOrd="3" destOrd="0" presId="urn:microsoft.com/office/officeart/2024/layout/NumberedLinearArrowProcess"/>
    <dgm:cxn modelId="{767EC1BB-5551-48F9-8324-0586B61719A7}" type="presParOf" srcId="{28ACF572-44D3-49B3-B382-A66D10C67F35}" destId="{764BD274-6067-444F-8412-5D6431E9E495}" srcOrd="4" destOrd="0" presId="urn:microsoft.com/office/officeart/2024/layout/NumberedLinearArrowProcess"/>
    <dgm:cxn modelId="{4D522143-A440-4C0E-9EC1-F4A7327B653A}" type="presParOf" srcId="{3E3B7919-97EA-4CB3-ADAD-4F611A91EBC4}" destId="{25B76DCD-1D59-4B50-B736-F00C2BC12BB0}" srcOrd="2" destOrd="0" presId="urn:microsoft.com/office/officeart/2024/layout/NumberedLinearArrowProcess"/>
    <dgm:cxn modelId="{63B52EFB-DC26-402E-B485-7BF5F3261802}" type="presParOf" srcId="{8B9842AF-48E3-44AB-87F2-873E73B2C7EE}" destId="{469815BB-8BB5-4E79-8E39-26A78AD4AAD2}" srcOrd="3" destOrd="0" presId="urn:microsoft.com/office/officeart/2024/layout/NumberedLinearArrowProcess"/>
    <dgm:cxn modelId="{6A560595-6141-42CA-A919-2922EBF14987}" type="presParOf" srcId="{8B9842AF-48E3-44AB-87F2-873E73B2C7EE}" destId="{6EAB8E71-6CD4-4BF7-900E-7C116FB7B6AB}" srcOrd="4" destOrd="0" presId="urn:microsoft.com/office/officeart/2024/layout/NumberedLinearArrowProcess"/>
    <dgm:cxn modelId="{047738EE-F7C7-4967-8CC2-91B6060EAEC7}" type="presParOf" srcId="{6EAB8E71-6CD4-4BF7-900E-7C116FB7B6AB}" destId="{9C9A264B-46C0-42B1-9044-8BB91271213B}" srcOrd="0" destOrd="0" presId="urn:microsoft.com/office/officeart/2024/layout/NumberedLinearArrowProcess"/>
    <dgm:cxn modelId="{38E4CE02-686E-43E8-A3B1-478EA6CC764C}" type="presParOf" srcId="{6EAB8E71-6CD4-4BF7-900E-7C116FB7B6AB}" destId="{CC8CE306-D6FE-4E5D-A381-7190F3A9ED60}" srcOrd="1" destOrd="0" presId="urn:microsoft.com/office/officeart/2024/layout/NumberedLinearArrowProcess"/>
    <dgm:cxn modelId="{AC6DCAEE-79B0-4C5C-9DDF-DDBEE98E799F}" type="presParOf" srcId="{CC8CE306-D6FE-4E5D-A381-7190F3A9ED60}" destId="{CE64567E-DF3F-492B-B006-8F343AE6BD54}" srcOrd="0" destOrd="0" presId="urn:microsoft.com/office/officeart/2024/layout/NumberedLinearArrowProcess"/>
    <dgm:cxn modelId="{242C46E6-0FA2-4A78-BB5E-A39D2FB19EE6}" type="presParOf" srcId="{CC8CE306-D6FE-4E5D-A381-7190F3A9ED60}" destId="{3F1AAD74-D67F-44A1-BD86-523D67CAE7F0}" srcOrd="1" destOrd="0" presId="urn:microsoft.com/office/officeart/2024/layout/NumberedLinearArrowProcess"/>
    <dgm:cxn modelId="{F4CA6765-4767-479A-838C-0C0A5D21C47F}" type="presParOf" srcId="{CC8CE306-D6FE-4E5D-A381-7190F3A9ED60}" destId="{0F2684FC-E537-4CCC-8C0A-B29096BAA9C0}" srcOrd="2" destOrd="0" presId="urn:microsoft.com/office/officeart/2024/layout/NumberedLinearArrowProcess"/>
    <dgm:cxn modelId="{F57BCF20-08CA-447D-BC2D-7C36AF643222}" type="presParOf" srcId="{CC8CE306-D6FE-4E5D-A381-7190F3A9ED60}" destId="{63AB7CFA-6227-43FB-991D-2D597ED20CB0}" srcOrd="3" destOrd="0" presId="urn:microsoft.com/office/officeart/2024/layout/NumberedLinearArrowProcess"/>
    <dgm:cxn modelId="{A2E42F50-C871-478A-AE66-E1A8C17089E5}" type="presParOf" srcId="{CC8CE306-D6FE-4E5D-A381-7190F3A9ED60}" destId="{AF1DCEB8-8D32-416E-BB99-C385BD5D847A}" srcOrd="4" destOrd="0" presId="urn:microsoft.com/office/officeart/2024/layout/NumberedLinearArrowProcess"/>
    <dgm:cxn modelId="{D1FB3FBB-3030-4526-B270-0AFB09366E5C}" type="presParOf" srcId="{6EAB8E71-6CD4-4BF7-900E-7C116FB7B6AB}" destId="{F4E9EDD5-7988-46E9-AC7E-FEF92C2B6F5D}" srcOrd="2" destOrd="0" presId="urn:microsoft.com/office/officeart/2024/layout/NumberedLinearArrowProcess"/>
    <dgm:cxn modelId="{D3DF96E4-1EF1-4441-9A64-8B484774CEC1}" type="presParOf" srcId="{8B9842AF-48E3-44AB-87F2-873E73B2C7EE}" destId="{B4D41391-2696-4193-9191-7004FA4B4518}" srcOrd="5" destOrd="0" presId="urn:microsoft.com/office/officeart/2024/layout/NumberedLinearArrowProcess"/>
    <dgm:cxn modelId="{4D8CCB76-2D94-4B1E-A457-60209E44ADC1}" type="presParOf" srcId="{8B9842AF-48E3-44AB-87F2-873E73B2C7EE}" destId="{3E19B71C-C2B1-4F23-B752-9694FDFB0859}" srcOrd="6" destOrd="0" presId="urn:microsoft.com/office/officeart/2024/layout/NumberedLinearArrowProcess"/>
    <dgm:cxn modelId="{5492A4AF-AA6E-4014-ABEC-4F2EE1DB9382}" type="presParOf" srcId="{3E19B71C-C2B1-4F23-B752-9694FDFB0859}" destId="{EB2F33A3-9D3C-46A1-8EF8-1E8AB4E073CE}" srcOrd="0" destOrd="0" presId="urn:microsoft.com/office/officeart/2024/layout/NumberedLinearArrowProcess"/>
    <dgm:cxn modelId="{D8D02BCF-5D45-4964-8BAD-4C6718E02224}" type="presParOf" srcId="{3E19B71C-C2B1-4F23-B752-9694FDFB0859}" destId="{579A2208-D5BB-463E-BACD-1BBEB3708E47}" srcOrd="1" destOrd="0" presId="urn:microsoft.com/office/officeart/2024/layout/NumberedLinearArrowProcess"/>
    <dgm:cxn modelId="{2AE65E48-7C58-40C4-A8CE-318DEF45E452}" type="presParOf" srcId="{579A2208-D5BB-463E-BACD-1BBEB3708E47}" destId="{7CA0D382-FCC0-45C8-ABBE-3F72782F9DCF}" srcOrd="0" destOrd="0" presId="urn:microsoft.com/office/officeart/2024/layout/NumberedLinearArrowProcess"/>
    <dgm:cxn modelId="{BDFDC810-9EB3-4C1E-868F-508B469274F3}" type="presParOf" srcId="{579A2208-D5BB-463E-BACD-1BBEB3708E47}" destId="{2A6C8B48-FCFB-4541-A970-904EA645F56B}" srcOrd="1" destOrd="0" presId="urn:microsoft.com/office/officeart/2024/layout/NumberedLinearArrowProcess"/>
    <dgm:cxn modelId="{1FFDFA2E-4CEE-4376-92A4-40F3253FC462}" type="presParOf" srcId="{579A2208-D5BB-463E-BACD-1BBEB3708E47}" destId="{3F301164-3BDF-4260-85C9-0A432F46E425}" srcOrd="2" destOrd="0" presId="urn:microsoft.com/office/officeart/2024/layout/NumberedLinearArrowProcess"/>
    <dgm:cxn modelId="{530ADB89-10D6-4DF5-B2FC-A89FADC5F15E}" type="presParOf" srcId="{579A2208-D5BB-463E-BACD-1BBEB3708E47}" destId="{CB52DF4D-96DE-4A59-A2C7-D6187CE2682D}" srcOrd="3" destOrd="0" presId="urn:microsoft.com/office/officeart/2024/layout/NumberedLinearArrowProcess"/>
    <dgm:cxn modelId="{B8172DEC-959A-49BB-B1CF-215B727797D3}" type="presParOf" srcId="{579A2208-D5BB-463E-BACD-1BBEB3708E47}" destId="{E4444C00-3E9B-4692-A5A3-992DB50F4F3B}" srcOrd="4" destOrd="0" presId="urn:microsoft.com/office/officeart/2024/layout/NumberedLinearArrowProcess"/>
    <dgm:cxn modelId="{A3E505B4-F14A-4639-810C-8129ED7F0DB6}" type="presParOf" srcId="{3E19B71C-C2B1-4F23-B752-9694FDFB0859}" destId="{FDD8038B-F361-4DE6-9848-C960CF1E7217}" srcOrd="2" destOrd="0" presId="urn:microsoft.com/office/officeart/2024/layout/NumberedLinearArrowProcess"/>
    <dgm:cxn modelId="{A36CB3FD-AF67-4B39-B784-0599C360EA49}" type="presParOf" srcId="{8B9842AF-48E3-44AB-87F2-873E73B2C7EE}" destId="{0A2584AD-F62D-4ECD-B307-6DAA99D5D113}" srcOrd="7" destOrd="0" presId="urn:microsoft.com/office/officeart/2024/layout/NumberedLinearArrowProcess"/>
    <dgm:cxn modelId="{5F4432CB-3F9D-4EC8-884B-641FC77D65BC}" type="presParOf" srcId="{8B9842AF-48E3-44AB-87F2-873E73B2C7EE}" destId="{32A2AB46-E884-40F1-8D17-DCDEF3A130A5}" srcOrd="8" destOrd="0" presId="urn:microsoft.com/office/officeart/2024/layout/NumberedLinearArrowProcess"/>
    <dgm:cxn modelId="{FEBB3097-57BD-4732-9643-52C1B8A636BE}" type="presParOf" srcId="{32A2AB46-E884-40F1-8D17-DCDEF3A130A5}" destId="{85894009-4BA1-4338-A6D6-FA11983AE74A}" srcOrd="0" destOrd="0" presId="urn:microsoft.com/office/officeart/2024/layout/NumberedLinearArrowProcess"/>
    <dgm:cxn modelId="{80A041E8-EA3C-4FA9-9015-0B4DFFD8CD2C}" type="presParOf" srcId="{32A2AB46-E884-40F1-8D17-DCDEF3A130A5}" destId="{10DDB64D-0D67-4F5D-B4A7-1E24E266885D}" srcOrd="1" destOrd="0" presId="urn:microsoft.com/office/officeart/2024/layout/NumberedLinearArrowProcess"/>
    <dgm:cxn modelId="{005114B0-E25B-4214-8BC8-F953A9B99EC8}" type="presParOf" srcId="{10DDB64D-0D67-4F5D-B4A7-1E24E266885D}" destId="{53B4EA0F-24F0-4E92-A615-C582042EA0DE}" srcOrd="0" destOrd="0" presId="urn:microsoft.com/office/officeart/2024/layout/NumberedLinearArrowProcess"/>
    <dgm:cxn modelId="{D2FF33AC-38E4-4F86-AFD4-C7B1A4B260C7}" type="presParOf" srcId="{10DDB64D-0D67-4F5D-B4A7-1E24E266885D}" destId="{C97E1112-71BF-438E-BC99-E51BDBA3B17A}" srcOrd="1" destOrd="0" presId="urn:microsoft.com/office/officeart/2024/layout/NumberedLinearArrowProcess"/>
    <dgm:cxn modelId="{939CBF64-BF3C-4142-92BF-8CB6EF21D6BE}" type="presParOf" srcId="{10DDB64D-0D67-4F5D-B4A7-1E24E266885D}" destId="{711223CF-F246-4E35-8756-A89CB52FA252}" srcOrd="2" destOrd="0" presId="urn:microsoft.com/office/officeart/2024/layout/NumberedLinearArrowProcess"/>
    <dgm:cxn modelId="{0E9E502B-5256-478F-8FD1-9CED28A9A515}" type="presParOf" srcId="{10DDB64D-0D67-4F5D-B4A7-1E24E266885D}" destId="{847EF82E-8A38-455A-83B4-760720666F17}" srcOrd="3" destOrd="0" presId="urn:microsoft.com/office/officeart/2024/layout/NumberedLinearArrowProcess"/>
    <dgm:cxn modelId="{A3C5B6C5-85FF-4686-8521-8CC5C0720F50}" type="presParOf" srcId="{10DDB64D-0D67-4F5D-B4A7-1E24E266885D}" destId="{BA78840D-B284-43BB-A628-3D8CEA55E170}" srcOrd="4" destOrd="0" presId="urn:microsoft.com/office/officeart/2024/layout/NumberedLinearArrowProcess"/>
    <dgm:cxn modelId="{78C3EEF9-6296-4C53-A9F2-E4009C5A0A17}" type="presParOf" srcId="{32A2AB46-E884-40F1-8D17-DCDEF3A130A5}" destId="{1955424C-2E88-45B6-BF70-974BB48ECEB2}" srcOrd="2" destOrd="0" presId="urn:microsoft.com/office/officeart/2024/layout/NumberedLinear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E09026-6FEB-431A-88E4-6951025019A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tr-TR"/>
        </a:p>
      </dgm:t>
    </dgm:pt>
    <dgm:pt modelId="{EA775E34-AFFB-4C66-9C1F-ED24D4D0CD92}">
      <dgm:prSet phldrT="[Text]" custT="1"/>
      <dgm:spPr/>
      <dgm:t>
        <a:bodyPr/>
        <a:lstStyle/>
        <a:p>
          <a:r>
            <a:rPr lang="tr-TR" sz="1800" b="1" dirty="0"/>
            <a:t>Problem &amp; Hedef </a:t>
          </a:r>
          <a:endParaRPr lang="tr-TR" sz="1800" dirty="0"/>
        </a:p>
      </dgm:t>
    </dgm:pt>
    <dgm:pt modelId="{63B75029-3543-4DE2-B61E-2FA2E55C82E3}" type="parTrans" cxnId="{F86E8AB9-34C6-4C82-91B7-9BAC31CAF19D}">
      <dgm:prSet/>
      <dgm:spPr/>
      <dgm:t>
        <a:bodyPr/>
        <a:lstStyle/>
        <a:p>
          <a:endParaRPr lang="tr-TR"/>
        </a:p>
      </dgm:t>
    </dgm:pt>
    <dgm:pt modelId="{CEFE5832-6B97-459F-8CAE-FEE53204C74C}" type="sibTrans" cxnId="{F86E8AB9-34C6-4C82-91B7-9BAC31CAF19D}">
      <dgm:prSet/>
      <dgm:spPr/>
      <dgm:t>
        <a:bodyPr/>
        <a:lstStyle/>
        <a:p>
          <a:endParaRPr lang="tr-TR"/>
        </a:p>
      </dgm:t>
    </dgm:pt>
    <dgm:pt modelId="{81FD204C-FA2D-47F5-ABC9-60D6A3B020E2}">
      <dgm:prSet custT="1"/>
      <dgm:spPr/>
      <dgm:t>
        <a:bodyPr/>
        <a:lstStyle/>
        <a:p>
          <a:r>
            <a:rPr lang="tr-TR" sz="1800" b="1" dirty="0"/>
            <a:t>Mevcut Eksikler:</a:t>
          </a:r>
          <a:endParaRPr lang="tr-TR" sz="1800" dirty="0"/>
        </a:p>
      </dgm:t>
    </dgm:pt>
    <dgm:pt modelId="{16326A37-9BC7-40FA-9F0F-2B60012BE618}" type="parTrans" cxnId="{B33C9A44-CFF8-49B0-95CB-FD86CEBED06B}">
      <dgm:prSet/>
      <dgm:spPr/>
      <dgm:t>
        <a:bodyPr/>
        <a:lstStyle/>
        <a:p>
          <a:endParaRPr lang="tr-TR"/>
        </a:p>
      </dgm:t>
    </dgm:pt>
    <dgm:pt modelId="{58166F0D-104F-49E9-8CBF-BCCA3F876E54}" type="sibTrans" cxnId="{B33C9A44-CFF8-49B0-95CB-FD86CEBED06B}">
      <dgm:prSet/>
      <dgm:spPr/>
      <dgm:t>
        <a:bodyPr/>
        <a:lstStyle/>
        <a:p>
          <a:endParaRPr lang="tr-TR"/>
        </a:p>
      </dgm:t>
    </dgm:pt>
    <dgm:pt modelId="{420609D6-8C41-4990-9B4C-2468271A6976}">
      <dgm:prSet custT="1"/>
      <dgm:spPr/>
      <dgm:t>
        <a:bodyPr/>
        <a:lstStyle/>
        <a:p>
          <a:r>
            <a:rPr lang="tr-TR" sz="1800" b="1" dirty="0"/>
            <a:t>Önerilen Çözüm</a:t>
          </a:r>
          <a:endParaRPr lang="tr-TR" sz="1800" dirty="0"/>
        </a:p>
      </dgm:t>
    </dgm:pt>
    <dgm:pt modelId="{4F2464EA-74B7-42D5-84AB-4BCEE19317B6}" type="parTrans" cxnId="{02712921-FEA7-4A9C-A7E6-2299CC3C00DA}">
      <dgm:prSet/>
      <dgm:spPr/>
      <dgm:t>
        <a:bodyPr/>
        <a:lstStyle/>
        <a:p>
          <a:endParaRPr lang="tr-TR"/>
        </a:p>
      </dgm:t>
    </dgm:pt>
    <dgm:pt modelId="{10EDC056-AEDC-4E47-8B7E-6EFED1C9F365}" type="sibTrans" cxnId="{02712921-FEA7-4A9C-A7E6-2299CC3C00DA}">
      <dgm:prSet/>
      <dgm:spPr/>
      <dgm:t>
        <a:bodyPr/>
        <a:lstStyle/>
        <a:p>
          <a:endParaRPr lang="tr-TR"/>
        </a:p>
      </dgm:t>
    </dgm:pt>
    <dgm:pt modelId="{A4EBD57D-E4FB-449E-9A88-3E84A01FB7AF}">
      <dgm:prSet custT="1"/>
      <dgm:spPr/>
      <dgm:t>
        <a:bodyPr/>
        <a:lstStyle/>
        <a:p>
          <a:r>
            <a:rPr lang="tr-TR" sz="1800" b="1" dirty="0"/>
            <a:t>Beklenen Çıktı:</a:t>
          </a:r>
          <a:endParaRPr lang="tr-TR" sz="1800" dirty="0"/>
        </a:p>
      </dgm:t>
    </dgm:pt>
    <dgm:pt modelId="{71FEE2AD-F747-4CD6-854F-1327BC108CA2}" type="parTrans" cxnId="{344A24BE-C8EC-46B2-9103-9776D4F5875C}">
      <dgm:prSet/>
      <dgm:spPr/>
      <dgm:t>
        <a:bodyPr/>
        <a:lstStyle/>
        <a:p>
          <a:endParaRPr lang="tr-TR"/>
        </a:p>
      </dgm:t>
    </dgm:pt>
    <dgm:pt modelId="{169BD80C-866A-4B1A-8394-8DB2441A0002}" type="sibTrans" cxnId="{344A24BE-C8EC-46B2-9103-9776D4F5875C}">
      <dgm:prSet/>
      <dgm:spPr/>
      <dgm:t>
        <a:bodyPr/>
        <a:lstStyle/>
        <a:p>
          <a:endParaRPr lang="tr-TR"/>
        </a:p>
      </dgm:t>
    </dgm:pt>
    <dgm:pt modelId="{094B45D0-1868-47BC-A6EF-128A32A57BD0}">
      <dgm:prSet phldrT="[Text]" custT="1"/>
      <dgm:spPr/>
      <dgm:t>
        <a:bodyPr/>
        <a:lstStyle/>
        <a:p>
          <a:r>
            <a:rPr lang="tr-TR" sz="1800" dirty="0"/>
            <a:t>Aktif savaş koşullarında </a:t>
          </a:r>
          <a:r>
            <a:rPr lang="tr-TR" sz="1800" b="1" dirty="0"/>
            <a:t>ıskalama mesafesini minimize etmek</a:t>
          </a:r>
          <a:r>
            <a:rPr lang="tr-TR" sz="1800" dirty="0"/>
            <a:t> ve mühimmatın </a:t>
          </a:r>
          <a:r>
            <a:rPr lang="tr-TR" sz="1800" b="1" dirty="0"/>
            <a:t>darbe açısını</a:t>
          </a:r>
          <a:r>
            <a:rPr lang="tr-TR" sz="1800" dirty="0"/>
            <a:t> maksimize etmek.</a:t>
          </a:r>
        </a:p>
      </dgm:t>
    </dgm:pt>
    <dgm:pt modelId="{5EA63688-1DAD-4BBC-8F6A-32948D35D19E}" type="parTrans" cxnId="{A633E5D8-4523-4641-B5AD-3C4B31C716E4}">
      <dgm:prSet/>
      <dgm:spPr/>
      <dgm:t>
        <a:bodyPr/>
        <a:lstStyle/>
        <a:p>
          <a:endParaRPr lang="tr-TR"/>
        </a:p>
      </dgm:t>
    </dgm:pt>
    <dgm:pt modelId="{24685471-3C9E-4989-8097-68465716E452}" type="sibTrans" cxnId="{A633E5D8-4523-4641-B5AD-3C4B31C716E4}">
      <dgm:prSet/>
      <dgm:spPr/>
      <dgm:t>
        <a:bodyPr/>
        <a:lstStyle/>
        <a:p>
          <a:endParaRPr lang="tr-TR"/>
        </a:p>
      </dgm:t>
    </dgm:pt>
    <dgm:pt modelId="{797AC73D-8242-4870-813A-0E3DD6BAB9D2}">
      <dgm:prSet custT="1"/>
      <dgm:spPr/>
      <dgm:t>
        <a:bodyPr/>
        <a:lstStyle/>
        <a:p>
          <a:r>
            <a:rPr lang="tr-TR" sz="1800" b="0" dirty="0"/>
            <a:t> Literatürdeki simülasyonların gerçek dünyadan kopuk olması (Sim-</a:t>
          </a:r>
          <a:r>
            <a:rPr lang="tr-TR" sz="1800" b="0" dirty="0" err="1"/>
            <a:t>to</a:t>
          </a:r>
          <a:r>
            <a:rPr lang="tr-TR" sz="1800" b="0" dirty="0"/>
            <a:t>-Real), modele bağımlılık, elektronik harp eksikliği ve yapay zekanın </a:t>
          </a:r>
          <a:r>
            <a:rPr lang="tr-TR" sz="1800" b="0" dirty="0" err="1"/>
            <a:t>açıklanabilirlik</a:t>
          </a:r>
          <a:r>
            <a:rPr lang="tr-TR" sz="1800" b="0" dirty="0"/>
            <a:t> (XAI) problemi.</a:t>
          </a:r>
        </a:p>
      </dgm:t>
    </dgm:pt>
    <dgm:pt modelId="{27CAA745-B4EC-454C-9F9D-A14D301DEB1E}" type="parTrans" cxnId="{79993472-F3D5-461A-84D6-D8D1C26330FC}">
      <dgm:prSet/>
      <dgm:spPr/>
      <dgm:t>
        <a:bodyPr/>
        <a:lstStyle/>
        <a:p>
          <a:endParaRPr lang="tr-TR"/>
        </a:p>
      </dgm:t>
    </dgm:pt>
    <dgm:pt modelId="{1D065C2C-442A-4F6E-A705-E21434EED09B}" type="sibTrans" cxnId="{79993472-F3D5-461A-84D6-D8D1C26330FC}">
      <dgm:prSet/>
      <dgm:spPr/>
      <dgm:t>
        <a:bodyPr/>
        <a:lstStyle/>
        <a:p>
          <a:endParaRPr lang="tr-TR"/>
        </a:p>
      </dgm:t>
    </dgm:pt>
    <dgm:pt modelId="{5DF34D39-7887-4D52-9BDB-F40357083F79}">
      <dgm:prSet custT="1"/>
      <dgm:spPr/>
      <dgm:t>
        <a:bodyPr/>
        <a:lstStyle/>
        <a:p>
          <a:r>
            <a:rPr lang="tr-TR" sz="1800" dirty="0"/>
            <a:t>Gelişmiş çevre entegrasyonu, model kıyaslamaları ve matematiksel şeffaflık barındıran </a:t>
          </a:r>
          <a:r>
            <a:rPr lang="tr-TR" sz="1800" b="1" dirty="0" err="1"/>
            <a:t>Hibrit</a:t>
          </a:r>
          <a:r>
            <a:rPr lang="tr-TR" sz="1800" b="1" dirty="0"/>
            <a:t> Gürbüz Derin Pekiştirmeli Öğrenme (DRL)</a:t>
          </a:r>
          <a:r>
            <a:rPr lang="tr-TR" sz="1800" dirty="0"/>
            <a:t> metodolojisi.</a:t>
          </a:r>
        </a:p>
      </dgm:t>
    </dgm:pt>
    <dgm:pt modelId="{AD536266-F054-4223-AD99-D6E57364FFB5}" type="parTrans" cxnId="{446DB888-C00E-400A-BA88-40C28ABA9220}">
      <dgm:prSet/>
      <dgm:spPr/>
      <dgm:t>
        <a:bodyPr/>
        <a:lstStyle/>
        <a:p>
          <a:endParaRPr lang="tr-TR"/>
        </a:p>
      </dgm:t>
    </dgm:pt>
    <dgm:pt modelId="{6A2D206B-7219-4282-85DC-DC88C004D167}" type="sibTrans" cxnId="{446DB888-C00E-400A-BA88-40C28ABA9220}">
      <dgm:prSet/>
      <dgm:spPr/>
      <dgm:t>
        <a:bodyPr/>
        <a:lstStyle/>
        <a:p>
          <a:endParaRPr lang="tr-TR"/>
        </a:p>
      </dgm:t>
    </dgm:pt>
    <dgm:pt modelId="{13CFCBA1-77AF-4893-9FE1-01578746BE39}">
      <dgm:prSet custT="1"/>
      <dgm:spPr/>
      <dgm:t>
        <a:bodyPr/>
        <a:lstStyle/>
        <a:p>
          <a:r>
            <a:rPr lang="tr-TR" sz="1800" dirty="0"/>
            <a:t>Geliştirilen güdüm sisteminin başarısının, istatistiksel test matrisleri ile 3B kinematik uzayda kesin olarak doğrulanması.</a:t>
          </a:r>
        </a:p>
      </dgm:t>
    </dgm:pt>
    <dgm:pt modelId="{36A81D14-A44C-4117-8852-12860FE9447A}" type="parTrans" cxnId="{1A51222F-EC40-4749-B21A-0E61F32814AE}">
      <dgm:prSet/>
      <dgm:spPr/>
      <dgm:t>
        <a:bodyPr/>
        <a:lstStyle/>
        <a:p>
          <a:endParaRPr lang="tr-TR"/>
        </a:p>
      </dgm:t>
    </dgm:pt>
    <dgm:pt modelId="{21FC9850-5783-4DC6-9586-6BAFA6990AC9}" type="sibTrans" cxnId="{1A51222F-EC40-4749-B21A-0E61F32814AE}">
      <dgm:prSet/>
      <dgm:spPr/>
      <dgm:t>
        <a:bodyPr/>
        <a:lstStyle/>
        <a:p>
          <a:endParaRPr lang="tr-TR"/>
        </a:p>
      </dgm:t>
    </dgm:pt>
    <dgm:pt modelId="{CFAAAA01-BAAD-4E8A-AB7F-BC6ADE0820EC}" type="pres">
      <dgm:prSet presAssocID="{7AE09026-6FEB-431A-88E4-6951025019A1}" presName="linear" presStyleCnt="0">
        <dgm:presLayoutVars>
          <dgm:dir/>
          <dgm:animLvl val="lvl"/>
          <dgm:resizeHandles val="exact"/>
        </dgm:presLayoutVars>
      </dgm:prSet>
      <dgm:spPr/>
    </dgm:pt>
    <dgm:pt modelId="{8A56EB3C-1072-4E7C-93E2-69AC5B31FB47}" type="pres">
      <dgm:prSet presAssocID="{EA775E34-AFFB-4C66-9C1F-ED24D4D0CD92}" presName="parentLin" presStyleCnt="0"/>
      <dgm:spPr/>
    </dgm:pt>
    <dgm:pt modelId="{F22C14E1-245D-474C-BA4B-9A67F28E62DB}" type="pres">
      <dgm:prSet presAssocID="{EA775E34-AFFB-4C66-9C1F-ED24D4D0CD92}" presName="parentLeftMargin" presStyleLbl="node1" presStyleIdx="0" presStyleCnt="4"/>
      <dgm:spPr/>
    </dgm:pt>
    <dgm:pt modelId="{E3C17932-2C15-4FAF-8761-0AF5D3016CC4}" type="pres">
      <dgm:prSet presAssocID="{EA775E34-AFFB-4C66-9C1F-ED24D4D0CD92}" presName="parentText" presStyleLbl="node1" presStyleIdx="0" presStyleCnt="4">
        <dgm:presLayoutVars>
          <dgm:chMax val="0"/>
          <dgm:bulletEnabled val="1"/>
        </dgm:presLayoutVars>
      </dgm:prSet>
      <dgm:spPr/>
    </dgm:pt>
    <dgm:pt modelId="{46FE94FD-799C-48E5-847A-247431CDDCCA}" type="pres">
      <dgm:prSet presAssocID="{EA775E34-AFFB-4C66-9C1F-ED24D4D0CD92}" presName="negativeSpace" presStyleCnt="0"/>
      <dgm:spPr/>
    </dgm:pt>
    <dgm:pt modelId="{8668145E-6CAB-4F71-B480-148E012FCADD}" type="pres">
      <dgm:prSet presAssocID="{EA775E34-AFFB-4C66-9C1F-ED24D4D0CD92}" presName="childText" presStyleLbl="conFgAcc1" presStyleIdx="0" presStyleCnt="4">
        <dgm:presLayoutVars>
          <dgm:bulletEnabled val="1"/>
        </dgm:presLayoutVars>
      </dgm:prSet>
      <dgm:spPr/>
    </dgm:pt>
    <dgm:pt modelId="{F443414B-BC8F-4E8C-8382-C83810E5FDF9}" type="pres">
      <dgm:prSet presAssocID="{CEFE5832-6B97-459F-8CAE-FEE53204C74C}" presName="spaceBetweenRectangles" presStyleCnt="0"/>
      <dgm:spPr/>
    </dgm:pt>
    <dgm:pt modelId="{9E9D9618-F926-438F-9922-6432CDBF4ABA}" type="pres">
      <dgm:prSet presAssocID="{81FD204C-FA2D-47F5-ABC9-60D6A3B020E2}" presName="parentLin" presStyleCnt="0"/>
      <dgm:spPr/>
    </dgm:pt>
    <dgm:pt modelId="{E2D9B57F-EA7F-4786-8B84-FF3274FD6963}" type="pres">
      <dgm:prSet presAssocID="{81FD204C-FA2D-47F5-ABC9-60D6A3B020E2}" presName="parentLeftMargin" presStyleLbl="node1" presStyleIdx="0" presStyleCnt="4"/>
      <dgm:spPr/>
    </dgm:pt>
    <dgm:pt modelId="{734B4615-9796-42FB-ACB5-0C4AE771A47E}" type="pres">
      <dgm:prSet presAssocID="{81FD204C-FA2D-47F5-ABC9-60D6A3B020E2}" presName="parentText" presStyleLbl="node1" presStyleIdx="1" presStyleCnt="4">
        <dgm:presLayoutVars>
          <dgm:chMax val="0"/>
          <dgm:bulletEnabled val="1"/>
        </dgm:presLayoutVars>
      </dgm:prSet>
      <dgm:spPr/>
    </dgm:pt>
    <dgm:pt modelId="{F894A534-723D-4124-8C3C-1A03063A86A1}" type="pres">
      <dgm:prSet presAssocID="{81FD204C-FA2D-47F5-ABC9-60D6A3B020E2}" presName="negativeSpace" presStyleCnt="0"/>
      <dgm:spPr/>
    </dgm:pt>
    <dgm:pt modelId="{7C6AF273-2DDE-47B5-8EAC-15020C8CD2AB}" type="pres">
      <dgm:prSet presAssocID="{81FD204C-FA2D-47F5-ABC9-60D6A3B020E2}" presName="childText" presStyleLbl="conFgAcc1" presStyleIdx="1" presStyleCnt="4">
        <dgm:presLayoutVars>
          <dgm:bulletEnabled val="1"/>
        </dgm:presLayoutVars>
      </dgm:prSet>
      <dgm:spPr/>
    </dgm:pt>
    <dgm:pt modelId="{640B638F-889D-4A8F-BE93-E0B218AFF12E}" type="pres">
      <dgm:prSet presAssocID="{58166F0D-104F-49E9-8CBF-BCCA3F876E54}" presName="spaceBetweenRectangles" presStyleCnt="0"/>
      <dgm:spPr/>
    </dgm:pt>
    <dgm:pt modelId="{1B0556CC-97B6-409C-833B-53050FFBC0C5}" type="pres">
      <dgm:prSet presAssocID="{420609D6-8C41-4990-9B4C-2468271A6976}" presName="parentLin" presStyleCnt="0"/>
      <dgm:spPr/>
    </dgm:pt>
    <dgm:pt modelId="{2912E0B8-8C8B-4006-9DB9-C9BE5E180510}" type="pres">
      <dgm:prSet presAssocID="{420609D6-8C41-4990-9B4C-2468271A6976}" presName="parentLeftMargin" presStyleLbl="node1" presStyleIdx="1" presStyleCnt="4"/>
      <dgm:spPr/>
    </dgm:pt>
    <dgm:pt modelId="{C9ACE2D4-27B6-4887-A542-1DB2934DD7BC}" type="pres">
      <dgm:prSet presAssocID="{420609D6-8C41-4990-9B4C-2468271A6976}" presName="parentText" presStyleLbl="node1" presStyleIdx="2" presStyleCnt="4">
        <dgm:presLayoutVars>
          <dgm:chMax val="0"/>
          <dgm:bulletEnabled val="1"/>
        </dgm:presLayoutVars>
      </dgm:prSet>
      <dgm:spPr/>
    </dgm:pt>
    <dgm:pt modelId="{C22BD370-3E34-4D1F-93FB-9E5288FEEB6C}" type="pres">
      <dgm:prSet presAssocID="{420609D6-8C41-4990-9B4C-2468271A6976}" presName="negativeSpace" presStyleCnt="0"/>
      <dgm:spPr/>
    </dgm:pt>
    <dgm:pt modelId="{AF3D931A-03A2-4DF5-BD4F-B921FDCBFE38}" type="pres">
      <dgm:prSet presAssocID="{420609D6-8C41-4990-9B4C-2468271A6976}" presName="childText" presStyleLbl="conFgAcc1" presStyleIdx="2" presStyleCnt="4">
        <dgm:presLayoutVars>
          <dgm:bulletEnabled val="1"/>
        </dgm:presLayoutVars>
      </dgm:prSet>
      <dgm:spPr/>
    </dgm:pt>
    <dgm:pt modelId="{A5F86CEB-78C1-421E-B9C8-567CFA913826}" type="pres">
      <dgm:prSet presAssocID="{10EDC056-AEDC-4E47-8B7E-6EFED1C9F365}" presName="spaceBetweenRectangles" presStyleCnt="0"/>
      <dgm:spPr/>
    </dgm:pt>
    <dgm:pt modelId="{3D315E0E-312D-40C8-98CE-B45495D87B29}" type="pres">
      <dgm:prSet presAssocID="{A4EBD57D-E4FB-449E-9A88-3E84A01FB7AF}" presName="parentLin" presStyleCnt="0"/>
      <dgm:spPr/>
    </dgm:pt>
    <dgm:pt modelId="{7D1B4B17-9CD9-48E9-A146-86677966B215}" type="pres">
      <dgm:prSet presAssocID="{A4EBD57D-E4FB-449E-9A88-3E84A01FB7AF}" presName="parentLeftMargin" presStyleLbl="node1" presStyleIdx="2" presStyleCnt="4"/>
      <dgm:spPr/>
    </dgm:pt>
    <dgm:pt modelId="{48752598-0B52-4B4C-B225-7E7A15822594}" type="pres">
      <dgm:prSet presAssocID="{A4EBD57D-E4FB-449E-9A88-3E84A01FB7AF}" presName="parentText" presStyleLbl="node1" presStyleIdx="3" presStyleCnt="4">
        <dgm:presLayoutVars>
          <dgm:chMax val="0"/>
          <dgm:bulletEnabled val="1"/>
        </dgm:presLayoutVars>
      </dgm:prSet>
      <dgm:spPr/>
    </dgm:pt>
    <dgm:pt modelId="{C1D6F992-0893-4025-BE9C-C9155F29AB18}" type="pres">
      <dgm:prSet presAssocID="{A4EBD57D-E4FB-449E-9A88-3E84A01FB7AF}" presName="negativeSpace" presStyleCnt="0"/>
      <dgm:spPr/>
    </dgm:pt>
    <dgm:pt modelId="{01D8D246-93FD-401A-A170-AE728677D280}" type="pres">
      <dgm:prSet presAssocID="{A4EBD57D-E4FB-449E-9A88-3E84A01FB7AF}" presName="childText" presStyleLbl="conFgAcc1" presStyleIdx="3" presStyleCnt="4">
        <dgm:presLayoutVars>
          <dgm:bulletEnabled val="1"/>
        </dgm:presLayoutVars>
      </dgm:prSet>
      <dgm:spPr/>
    </dgm:pt>
  </dgm:ptLst>
  <dgm:cxnLst>
    <dgm:cxn modelId="{B6EBF103-C5B3-4DBF-8721-8685CB292C78}" type="presOf" srcId="{81FD204C-FA2D-47F5-ABC9-60D6A3B020E2}" destId="{E2D9B57F-EA7F-4786-8B84-FF3274FD6963}" srcOrd="0" destOrd="0" presId="urn:microsoft.com/office/officeart/2005/8/layout/list1"/>
    <dgm:cxn modelId="{D5C22F12-4DCE-467E-ADF1-106843D107A6}" type="presOf" srcId="{420609D6-8C41-4990-9B4C-2468271A6976}" destId="{C9ACE2D4-27B6-4887-A542-1DB2934DD7BC}" srcOrd="1" destOrd="0" presId="urn:microsoft.com/office/officeart/2005/8/layout/list1"/>
    <dgm:cxn modelId="{02712921-FEA7-4A9C-A7E6-2299CC3C00DA}" srcId="{7AE09026-6FEB-431A-88E4-6951025019A1}" destId="{420609D6-8C41-4990-9B4C-2468271A6976}" srcOrd="2" destOrd="0" parTransId="{4F2464EA-74B7-42D5-84AB-4BCEE19317B6}" sibTransId="{10EDC056-AEDC-4E47-8B7E-6EFED1C9F365}"/>
    <dgm:cxn modelId="{1A51222F-EC40-4749-B21A-0E61F32814AE}" srcId="{A4EBD57D-E4FB-449E-9A88-3E84A01FB7AF}" destId="{13CFCBA1-77AF-4893-9FE1-01578746BE39}" srcOrd="0" destOrd="0" parTransId="{36A81D14-A44C-4117-8852-12860FE9447A}" sibTransId="{21FC9850-5783-4DC6-9586-6BAFA6990AC9}"/>
    <dgm:cxn modelId="{608A8C33-54E0-4817-9D3E-1204B4BEF0E5}" type="presOf" srcId="{A4EBD57D-E4FB-449E-9A88-3E84A01FB7AF}" destId="{48752598-0B52-4B4C-B225-7E7A15822594}" srcOrd="1" destOrd="0" presId="urn:microsoft.com/office/officeart/2005/8/layout/list1"/>
    <dgm:cxn modelId="{2089203C-D054-4935-A7FF-F8C2BBABED63}" type="presOf" srcId="{EA775E34-AFFB-4C66-9C1F-ED24D4D0CD92}" destId="{E3C17932-2C15-4FAF-8761-0AF5D3016CC4}" srcOrd="1" destOrd="0" presId="urn:microsoft.com/office/officeart/2005/8/layout/list1"/>
    <dgm:cxn modelId="{91103C5E-42A7-42E4-B119-04AD4824E365}" type="presOf" srcId="{EA775E34-AFFB-4C66-9C1F-ED24D4D0CD92}" destId="{F22C14E1-245D-474C-BA4B-9A67F28E62DB}" srcOrd="0" destOrd="0" presId="urn:microsoft.com/office/officeart/2005/8/layout/list1"/>
    <dgm:cxn modelId="{1745EE41-5812-4751-BC72-9BE6A4098099}" type="presOf" srcId="{094B45D0-1868-47BC-A6EF-128A32A57BD0}" destId="{8668145E-6CAB-4F71-B480-148E012FCADD}" srcOrd="0" destOrd="0" presId="urn:microsoft.com/office/officeart/2005/8/layout/list1"/>
    <dgm:cxn modelId="{B33C9A44-CFF8-49B0-95CB-FD86CEBED06B}" srcId="{7AE09026-6FEB-431A-88E4-6951025019A1}" destId="{81FD204C-FA2D-47F5-ABC9-60D6A3B020E2}" srcOrd="1" destOrd="0" parTransId="{16326A37-9BC7-40FA-9F0F-2B60012BE618}" sibTransId="{58166F0D-104F-49E9-8CBF-BCCA3F876E54}"/>
    <dgm:cxn modelId="{7AB1C46F-E166-4F80-B7EF-D5E16CC6152E}" type="presOf" srcId="{797AC73D-8242-4870-813A-0E3DD6BAB9D2}" destId="{7C6AF273-2DDE-47B5-8EAC-15020C8CD2AB}" srcOrd="0" destOrd="0" presId="urn:microsoft.com/office/officeart/2005/8/layout/list1"/>
    <dgm:cxn modelId="{79993472-F3D5-461A-84D6-D8D1C26330FC}" srcId="{81FD204C-FA2D-47F5-ABC9-60D6A3B020E2}" destId="{797AC73D-8242-4870-813A-0E3DD6BAB9D2}" srcOrd="0" destOrd="0" parTransId="{27CAA745-B4EC-454C-9F9D-A14D301DEB1E}" sibTransId="{1D065C2C-442A-4F6E-A705-E21434EED09B}"/>
    <dgm:cxn modelId="{F3D5F780-F4ED-41FD-905C-4D27586D8C69}" type="presOf" srcId="{81FD204C-FA2D-47F5-ABC9-60D6A3B020E2}" destId="{734B4615-9796-42FB-ACB5-0C4AE771A47E}" srcOrd="1" destOrd="0" presId="urn:microsoft.com/office/officeart/2005/8/layout/list1"/>
    <dgm:cxn modelId="{446DB888-C00E-400A-BA88-40C28ABA9220}" srcId="{420609D6-8C41-4990-9B4C-2468271A6976}" destId="{5DF34D39-7887-4D52-9BDB-F40357083F79}" srcOrd="0" destOrd="0" parTransId="{AD536266-F054-4223-AD99-D6E57364FFB5}" sibTransId="{6A2D206B-7219-4282-85DC-DC88C004D167}"/>
    <dgm:cxn modelId="{BF8BB88A-CFDA-4151-BDC1-15E8D66C6088}" type="presOf" srcId="{420609D6-8C41-4990-9B4C-2468271A6976}" destId="{2912E0B8-8C8B-4006-9DB9-C9BE5E180510}" srcOrd="0" destOrd="0" presId="urn:microsoft.com/office/officeart/2005/8/layout/list1"/>
    <dgm:cxn modelId="{6AFAC6A7-C77F-4F52-9445-28D456A3FD67}" type="presOf" srcId="{7AE09026-6FEB-431A-88E4-6951025019A1}" destId="{CFAAAA01-BAAD-4E8A-AB7F-BC6ADE0820EC}" srcOrd="0" destOrd="0" presId="urn:microsoft.com/office/officeart/2005/8/layout/list1"/>
    <dgm:cxn modelId="{25EBFFB7-11E8-48E6-A169-BA69B77B754F}" type="presOf" srcId="{A4EBD57D-E4FB-449E-9A88-3E84A01FB7AF}" destId="{7D1B4B17-9CD9-48E9-A146-86677966B215}" srcOrd="0" destOrd="0" presId="urn:microsoft.com/office/officeart/2005/8/layout/list1"/>
    <dgm:cxn modelId="{F86E8AB9-34C6-4C82-91B7-9BAC31CAF19D}" srcId="{7AE09026-6FEB-431A-88E4-6951025019A1}" destId="{EA775E34-AFFB-4C66-9C1F-ED24D4D0CD92}" srcOrd="0" destOrd="0" parTransId="{63B75029-3543-4DE2-B61E-2FA2E55C82E3}" sibTransId="{CEFE5832-6B97-459F-8CAE-FEE53204C74C}"/>
    <dgm:cxn modelId="{344A24BE-C8EC-46B2-9103-9776D4F5875C}" srcId="{7AE09026-6FEB-431A-88E4-6951025019A1}" destId="{A4EBD57D-E4FB-449E-9A88-3E84A01FB7AF}" srcOrd="3" destOrd="0" parTransId="{71FEE2AD-F747-4CD6-854F-1327BC108CA2}" sibTransId="{169BD80C-866A-4B1A-8394-8DB2441A0002}"/>
    <dgm:cxn modelId="{90B3F5C0-C212-4FE5-94A1-6BA6BFB16855}" type="presOf" srcId="{13CFCBA1-77AF-4893-9FE1-01578746BE39}" destId="{01D8D246-93FD-401A-A170-AE728677D280}" srcOrd="0" destOrd="0" presId="urn:microsoft.com/office/officeart/2005/8/layout/list1"/>
    <dgm:cxn modelId="{1DF489CE-7612-4F2D-8322-857097A8012D}" type="presOf" srcId="{5DF34D39-7887-4D52-9BDB-F40357083F79}" destId="{AF3D931A-03A2-4DF5-BD4F-B921FDCBFE38}" srcOrd="0" destOrd="0" presId="urn:microsoft.com/office/officeart/2005/8/layout/list1"/>
    <dgm:cxn modelId="{A633E5D8-4523-4641-B5AD-3C4B31C716E4}" srcId="{EA775E34-AFFB-4C66-9C1F-ED24D4D0CD92}" destId="{094B45D0-1868-47BC-A6EF-128A32A57BD0}" srcOrd="0" destOrd="0" parTransId="{5EA63688-1DAD-4BBC-8F6A-32948D35D19E}" sibTransId="{24685471-3C9E-4989-8097-68465716E452}"/>
    <dgm:cxn modelId="{24850B16-9E45-4B9F-ADD6-E793867D8256}" type="presParOf" srcId="{CFAAAA01-BAAD-4E8A-AB7F-BC6ADE0820EC}" destId="{8A56EB3C-1072-4E7C-93E2-69AC5B31FB47}" srcOrd="0" destOrd="0" presId="urn:microsoft.com/office/officeart/2005/8/layout/list1"/>
    <dgm:cxn modelId="{AEE3BC40-F6F7-4A8D-B7CA-EFD0E018ABD5}" type="presParOf" srcId="{8A56EB3C-1072-4E7C-93E2-69AC5B31FB47}" destId="{F22C14E1-245D-474C-BA4B-9A67F28E62DB}" srcOrd="0" destOrd="0" presId="urn:microsoft.com/office/officeart/2005/8/layout/list1"/>
    <dgm:cxn modelId="{1D6DC867-7428-466A-B128-663966B5F5B8}" type="presParOf" srcId="{8A56EB3C-1072-4E7C-93E2-69AC5B31FB47}" destId="{E3C17932-2C15-4FAF-8761-0AF5D3016CC4}" srcOrd="1" destOrd="0" presId="urn:microsoft.com/office/officeart/2005/8/layout/list1"/>
    <dgm:cxn modelId="{698FD4DE-6D22-4459-8BC5-474B900194FF}" type="presParOf" srcId="{CFAAAA01-BAAD-4E8A-AB7F-BC6ADE0820EC}" destId="{46FE94FD-799C-48E5-847A-247431CDDCCA}" srcOrd="1" destOrd="0" presId="urn:microsoft.com/office/officeart/2005/8/layout/list1"/>
    <dgm:cxn modelId="{29659641-12AB-44F8-98D4-F59526A4601F}" type="presParOf" srcId="{CFAAAA01-BAAD-4E8A-AB7F-BC6ADE0820EC}" destId="{8668145E-6CAB-4F71-B480-148E012FCADD}" srcOrd="2" destOrd="0" presId="urn:microsoft.com/office/officeart/2005/8/layout/list1"/>
    <dgm:cxn modelId="{89AB18AB-F0B2-49BD-8237-B55A43FFA227}" type="presParOf" srcId="{CFAAAA01-BAAD-4E8A-AB7F-BC6ADE0820EC}" destId="{F443414B-BC8F-4E8C-8382-C83810E5FDF9}" srcOrd="3" destOrd="0" presId="urn:microsoft.com/office/officeart/2005/8/layout/list1"/>
    <dgm:cxn modelId="{04ACC09F-4965-4E7B-8A56-8814381678E3}" type="presParOf" srcId="{CFAAAA01-BAAD-4E8A-AB7F-BC6ADE0820EC}" destId="{9E9D9618-F926-438F-9922-6432CDBF4ABA}" srcOrd="4" destOrd="0" presId="urn:microsoft.com/office/officeart/2005/8/layout/list1"/>
    <dgm:cxn modelId="{EAEA5D48-6EEF-4EB9-8263-EA34FC849448}" type="presParOf" srcId="{9E9D9618-F926-438F-9922-6432CDBF4ABA}" destId="{E2D9B57F-EA7F-4786-8B84-FF3274FD6963}" srcOrd="0" destOrd="0" presId="urn:microsoft.com/office/officeart/2005/8/layout/list1"/>
    <dgm:cxn modelId="{B98D75AA-DAFF-43EE-9291-FC12B62B386A}" type="presParOf" srcId="{9E9D9618-F926-438F-9922-6432CDBF4ABA}" destId="{734B4615-9796-42FB-ACB5-0C4AE771A47E}" srcOrd="1" destOrd="0" presId="urn:microsoft.com/office/officeart/2005/8/layout/list1"/>
    <dgm:cxn modelId="{6EFC2DF5-0EBC-42B9-9FAD-6C31E89B827B}" type="presParOf" srcId="{CFAAAA01-BAAD-4E8A-AB7F-BC6ADE0820EC}" destId="{F894A534-723D-4124-8C3C-1A03063A86A1}" srcOrd="5" destOrd="0" presId="urn:microsoft.com/office/officeart/2005/8/layout/list1"/>
    <dgm:cxn modelId="{A1A5DCBF-DCE9-42A2-808E-3464DFF8A5DA}" type="presParOf" srcId="{CFAAAA01-BAAD-4E8A-AB7F-BC6ADE0820EC}" destId="{7C6AF273-2DDE-47B5-8EAC-15020C8CD2AB}" srcOrd="6" destOrd="0" presId="urn:microsoft.com/office/officeart/2005/8/layout/list1"/>
    <dgm:cxn modelId="{7638BE3F-4A0D-48B4-BE2D-894396AE167A}" type="presParOf" srcId="{CFAAAA01-BAAD-4E8A-AB7F-BC6ADE0820EC}" destId="{640B638F-889D-4A8F-BE93-E0B218AFF12E}" srcOrd="7" destOrd="0" presId="urn:microsoft.com/office/officeart/2005/8/layout/list1"/>
    <dgm:cxn modelId="{4174E05F-081E-47B3-8A7D-629255516E73}" type="presParOf" srcId="{CFAAAA01-BAAD-4E8A-AB7F-BC6ADE0820EC}" destId="{1B0556CC-97B6-409C-833B-53050FFBC0C5}" srcOrd="8" destOrd="0" presId="urn:microsoft.com/office/officeart/2005/8/layout/list1"/>
    <dgm:cxn modelId="{646A9BC2-7A05-41A9-B2A2-4FF0B8233EB6}" type="presParOf" srcId="{1B0556CC-97B6-409C-833B-53050FFBC0C5}" destId="{2912E0B8-8C8B-4006-9DB9-C9BE5E180510}" srcOrd="0" destOrd="0" presId="urn:microsoft.com/office/officeart/2005/8/layout/list1"/>
    <dgm:cxn modelId="{A4083E3E-B6E8-4FCB-BC28-40D198DD5390}" type="presParOf" srcId="{1B0556CC-97B6-409C-833B-53050FFBC0C5}" destId="{C9ACE2D4-27B6-4887-A542-1DB2934DD7BC}" srcOrd="1" destOrd="0" presId="urn:microsoft.com/office/officeart/2005/8/layout/list1"/>
    <dgm:cxn modelId="{FF516435-FD42-4276-86F7-E574345EDF1C}" type="presParOf" srcId="{CFAAAA01-BAAD-4E8A-AB7F-BC6ADE0820EC}" destId="{C22BD370-3E34-4D1F-93FB-9E5288FEEB6C}" srcOrd="9" destOrd="0" presId="urn:microsoft.com/office/officeart/2005/8/layout/list1"/>
    <dgm:cxn modelId="{ED70A09D-0715-4D65-A16D-1D538251851C}" type="presParOf" srcId="{CFAAAA01-BAAD-4E8A-AB7F-BC6ADE0820EC}" destId="{AF3D931A-03A2-4DF5-BD4F-B921FDCBFE38}" srcOrd="10" destOrd="0" presId="urn:microsoft.com/office/officeart/2005/8/layout/list1"/>
    <dgm:cxn modelId="{1804C701-E63E-497C-A4E5-04F03D5C8AFA}" type="presParOf" srcId="{CFAAAA01-BAAD-4E8A-AB7F-BC6ADE0820EC}" destId="{A5F86CEB-78C1-421E-B9C8-567CFA913826}" srcOrd="11" destOrd="0" presId="urn:microsoft.com/office/officeart/2005/8/layout/list1"/>
    <dgm:cxn modelId="{D5E8B38F-E25E-482B-983B-1FB00C6139B0}" type="presParOf" srcId="{CFAAAA01-BAAD-4E8A-AB7F-BC6ADE0820EC}" destId="{3D315E0E-312D-40C8-98CE-B45495D87B29}" srcOrd="12" destOrd="0" presId="urn:microsoft.com/office/officeart/2005/8/layout/list1"/>
    <dgm:cxn modelId="{357ED4AA-2411-44CB-BA9E-CFF5EA32E040}" type="presParOf" srcId="{3D315E0E-312D-40C8-98CE-B45495D87B29}" destId="{7D1B4B17-9CD9-48E9-A146-86677966B215}" srcOrd="0" destOrd="0" presId="urn:microsoft.com/office/officeart/2005/8/layout/list1"/>
    <dgm:cxn modelId="{C3C5754D-F84B-4992-868F-2801F400D75F}" type="presParOf" srcId="{3D315E0E-312D-40C8-98CE-B45495D87B29}" destId="{48752598-0B52-4B4C-B225-7E7A15822594}" srcOrd="1" destOrd="0" presId="urn:microsoft.com/office/officeart/2005/8/layout/list1"/>
    <dgm:cxn modelId="{6C778C26-5848-4A5E-9F85-51F361BE81EE}" type="presParOf" srcId="{CFAAAA01-BAAD-4E8A-AB7F-BC6ADE0820EC}" destId="{C1D6F992-0893-4025-BE9C-C9155F29AB18}" srcOrd="13" destOrd="0" presId="urn:microsoft.com/office/officeart/2005/8/layout/list1"/>
    <dgm:cxn modelId="{FC5B29E1-C6A0-4DB6-B8FD-2FD1A2B48A2A}" type="presParOf" srcId="{CFAAAA01-BAAD-4E8A-AB7F-BC6ADE0820EC}" destId="{01D8D246-93FD-401A-A170-AE728677D280}"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B7F185-0EE5-4D34-BF68-54D14BA9FD5B}">
      <dsp:nvSpPr>
        <dsp:cNvPr id="0" name=""/>
        <dsp:cNvSpPr/>
      </dsp:nvSpPr>
      <dsp:spPr>
        <a:xfrm>
          <a:off x="1103" y="0"/>
          <a:ext cx="2868111" cy="41343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tr-TR" sz="3200" kern="1200" dirty="0"/>
            <a:t>Operasyonel Gerçekçilik</a:t>
          </a:r>
        </a:p>
      </dsp:txBody>
      <dsp:txXfrm>
        <a:off x="1103" y="0"/>
        <a:ext cx="2868111" cy="1240292"/>
      </dsp:txXfrm>
    </dsp:sp>
    <dsp:sp modelId="{F4C00953-AD73-4139-B230-9A5DC9438F76}">
      <dsp:nvSpPr>
        <dsp:cNvPr id="0" name=""/>
        <dsp:cNvSpPr/>
      </dsp:nvSpPr>
      <dsp:spPr>
        <a:xfrm>
          <a:off x="287914" y="1240393"/>
          <a:ext cx="2294489" cy="6022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tr-TR" sz="1700" kern="1200" dirty="0"/>
            <a:t>Gerçekçi 3B Modelleme</a:t>
          </a:r>
        </a:p>
      </dsp:txBody>
      <dsp:txXfrm>
        <a:off x="305554" y="1258033"/>
        <a:ext cx="2259209" cy="567000"/>
      </dsp:txXfrm>
    </dsp:sp>
    <dsp:sp modelId="{955FB0F9-E3E0-40FC-BD18-DCF2C5C799F1}">
      <dsp:nvSpPr>
        <dsp:cNvPr id="0" name=""/>
        <dsp:cNvSpPr/>
      </dsp:nvSpPr>
      <dsp:spPr>
        <a:xfrm>
          <a:off x="287914" y="1935333"/>
          <a:ext cx="2294489" cy="6022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tr-TR" sz="1700" kern="1200" dirty="0"/>
            <a:t>Dinamik ve Statik Tehdit Yönetimi</a:t>
          </a:r>
        </a:p>
      </dsp:txBody>
      <dsp:txXfrm>
        <a:off x="305554" y="1952973"/>
        <a:ext cx="2259209" cy="567000"/>
      </dsp:txXfrm>
    </dsp:sp>
    <dsp:sp modelId="{56E30929-0364-4145-94F2-F8B1451DF88B}">
      <dsp:nvSpPr>
        <dsp:cNvPr id="0" name=""/>
        <dsp:cNvSpPr/>
      </dsp:nvSpPr>
      <dsp:spPr>
        <a:xfrm>
          <a:off x="287914" y="2630272"/>
          <a:ext cx="2294489" cy="6022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tr-TR" sz="1700" kern="1200" dirty="0"/>
            <a:t>Çevresel Gürbüzlük</a:t>
          </a:r>
        </a:p>
      </dsp:txBody>
      <dsp:txXfrm>
        <a:off x="305554" y="2647912"/>
        <a:ext cx="2259209" cy="567000"/>
      </dsp:txXfrm>
    </dsp:sp>
    <dsp:sp modelId="{54B5670B-E259-44FC-96AF-43B33B76C111}">
      <dsp:nvSpPr>
        <dsp:cNvPr id="0" name=""/>
        <dsp:cNvSpPr/>
      </dsp:nvSpPr>
      <dsp:spPr>
        <a:xfrm>
          <a:off x="287914" y="3325211"/>
          <a:ext cx="2294489" cy="6022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tr-TR" sz="1700" kern="1200" dirty="0"/>
            <a:t>Elektronik Harp Dayanıklılığı</a:t>
          </a:r>
        </a:p>
      </dsp:txBody>
      <dsp:txXfrm>
        <a:off x="305554" y="3342851"/>
        <a:ext cx="2259209" cy="567000"/>
      </dsp:txXfrm>
    </dsp:sp>
    <dsp:sp modelId="{0597EDB3-1488-472C-BB0D-723AF62581D4}">
      <dsp:nvSpPr>
        <dsp:cNvPr id="0" name=""/>
        <dsp:cNvSpPr/>
      </dsp:nvSpPr>
      <dsp:spPr>
        <a:xfrm>
          <a:off x="3084322" y="0"/>
          <a:ext cx="2868111" cy="41343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tr-TR" sz="3200" kern="1200" dirty="0"/>
            <a:t>Özgün Teknoloji ve Mimari</a:t>
          </a:r>
        </a:p>
      </dsp:txBody>
      <dsp:txXfrm>
        <a:off x="3084322" y="0"/>
        <a:ext cx="2868111" cy="1240292"/>
      </dsp:txXfrm>
    </dsp:sp>
    <dsp:sp modelId="{8C7FA966-4DA7-4F47-AF89-97A694A68CC7}">
      <dsp:nvSpPr>
        <dsp:cNvPr id="0" name=""/>
        <dsp:cNvSpPr/>
      </dsp:nvSpPr>
      <dsp:spPr>
        <a:xfrm>
          <a:off x="3371133" y="1241503"/>
          <a:ext cx="2294489" cy="12465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tr-TR" sz="1700" kern="1200" dirty="0"/>
            <a:t>Hibrit Pekiştirmeli Öğrenme</a:t>
          </a:r>
        </a:p>
      </dsp:txBody>
      <dsp:txXfrm>
        <a:off x="3407643" y="1278013"/>
        <a:ext cx="2221469" cy="1173530"/>
      </dsp:txXfrm>
    </dsp:sp>
    <dsp:sp modelId="{DDBAB05B-6A3D-481B-813D-6E0084F894BE}">
      <dsp:nvSpPr>
        <dsp:cNvPr id="0" name=""/>
        <dsp:cNvSpPr/>
      </dsp:nvSpPr>
      <dsp:spPr>
        <a:xfrm>
          <a:off x="3371133" y="2679831"/>
          <a:ext cx="2294489" cy="12465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tr-TR" sz="1700" kern="1200" dirty="0"/>
            <a:t>Dinamik Darbe Açısı</a:t>
          </a:r>
        </a:p>
      </dsp:txBody>
      <dsp:txXfrm>
        <a:off x="3407643" y="2716341"/>
        <a:ext cx="2221469" cy="1173530"/>
      </dsp:txXfrm>
    </dsp:sp>
    <dsp:sp modelId="{A8738194-8AAF-45A1-A486-B78A193495EF}">
      <dsp:nvSpPr>
        <dsp:cNvPr id="0" name=""/>
        <dsp:cNvSpPr/>
      </dsp:nvSpPr>
      <dsp:spPr>
        <a:xfrm>
          <a:off x="6167542" y="0"/>
          <a:ext cx="2868111" cy="41343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tr-TR" sz="3200" kern="1200" dirty="0"/>
            <a:t>Akademik Doğrulama</a:t>
          </a:r>
        </a:p>
      </dsp:txBody>
      <dsp:txXfrm>
        <a:off x="6167542" y="0"/>
        <a:ext cx="2868111" cy="1240292"/>
      </dsp:txXfrm>
    </dsp:sp>
    <dsp:sp modelId="{7300D100-4417-4995-870D-DFFA196348E5}">
      <dsp:nvSpPr>
        <dsp:cNvPr id="0" name=""/>
        <dsp:cNvSpPr/>
      </dsp:nvSpPr>
      <dsp:spPr>
        <a:xfrm>
          <a:off x="6454353" y="1241503"/>
          <a:ext cx="2294489" cy="12465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tr-TR" sz="1700" kern="1200" dirty="0"/>
            <a:t>Açıklanabilir Yapay Zeka (XAI) Entegrasyonu</a:t>
          </a:r>
        </a:p>
      </dsp:txBody>
      <dsp:txXfrm>
        <a:off x="6490863" y="1278013"/>
        <a:ext cx="2221469" cy="1173530"/>
      </dsp:txXfrm>
    </dsp:sp>
    <dsp:sp modelId="{4A31F245-E91C-4640-ACCD-8AEA684A9C53}">
      <dsp:nvSpPr>
        <dsp:cNvPr id="0" name=""/>
        <dsp:cNvSpPr/>
      </dsp:nvSpPr>
      <dsp:spPr>
        <a:xfrm>
          <a:off x="6454353" y="2679831"/>
          <a:ext cx="2294489" cy="12465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tr-TR" sz="1700" kern="1200" dirty="0"/>
            <a:t>Çok Yönlü Karşılaştırma</a:t>
          </a:r>
        </a:p>
      </dsp:txBody>
      <dsp:txXfrm>
        <a:off x="6490863" y="2716341"/>
        <a:ext cx="2221469" cy="11735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710A8D-6EF1-4758-9FAF-808EAC52A297}">
      <dsp:nvSpPr>
        <dsp:cNvPr id="0" name=""/>
        <dsp:cNvSpPr/>
      </dsp:nvSpPr>
      <dsp:spPr>
        <a:xfrm>
          <a:off x="1983" y="657688"/>
          <a:ext cx="3111940" cy="36611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B24CFFFF-6C3A-4B20-9991-EB53E50D2DDE}">
      <dsp:nvSpPr>
        <dsp:cNvPr id="0" name=""/>
        <dsp:cNvSpPr/>
      </dsp:nvSpPr>
      <dsp:spPr>
        <a:xfrm>
          <a:off x="1983" y="795185"/>
          <a:ext cx="228614" cy="228614"/>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760EE94C-4160-4652-9593-C2B06B389779}">
      <dsp:nvSpPr>
        <dsp:cNvPr id="0" name=""/>
        <dsp:cNvSpPr/>
      </dsp:nvSpPr>
      <dsp:spPr>
        <a:xfrm>
          <a:off x="1983" y="0"/>
          <a:ext cx="3111940" cy="6576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tr-TR" sz="1800" b="1" kern="1200" dirty="0"/>
            <a:t>Yazılım ve Algoritma Altyapısı</a:t>
          </a:r>
          <a:endParaRPr lang="tr-TR" sz="1800" kern="1200" dirty="0"/>
        </a:p>
      </dsp:txBody>
      <dsp:txXfrm>
        <a:off x="1983" y="0"/>
        <a:ext cx="3111940" cy="657688"/>
      </dsp:txXfrm>
    </dsp:sp>
    <dsp:sp modelId="{2D6D862C-2484-479D-BC25-808FDC2B79D7}">
      <dsp:nvSpPr>
        <dsp:cNvPr id="0" name=""/>
        <dsp:cNvSpPr/>
      </dsp:nvSpPr>
      <dsp:spPr>
        <a:xfrm>
          <a:off x="1983" y="1328078"/>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0F5A7B82-31FB-4D9D-BA74-6CE9EA8721EB}">
      <dsp:nvSpPr>
        <dsp:cNvPr id="0" name=""/>
        <dsp:cNvSpPr/>
      </dsp:nvSpPr>
      <dsp:spPr>
        <a:xfrm>
          <a:off x="219819" y="1175938"/>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dirty="0"/>
            <a:t>Python / C++</a:t>
          </a:r>
        </a:p>
      </dsp:txBody>
      <dsp:txXfrm>
        <a:off x="219819" y="1175938"/>
        <a:ext cx="2894104" cy="532887"/>
      </dsp:txXfrm>
    </dsp:sp>
    <dsp:sp modelId="{82340549-FC47-4D9F-BC12-92ADB743837C}">
      <dsp:nvSpPr>
        <dsp:cNvPr id="0" name=""/>
        <dsp:cNvSpPr/>
      </dsp:nvSpPr>
      <dsp:spPr>
        <a:xfrm>
          <a:off x="1983" y="1860965"/>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E486BA4D-7EFA-413D-8510-DE6492FBEFB2}">
      <dsp:nvSpPr>
        <dsp:cNvPr id="0" name=""/>
        <dsp:cNvSpPr/>
      </dsp:nvSpPr>
      <dsp:spPr>
        <a:xfrm>
          <a:off x="219819" y="1708826"/>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a:t>PyTorch &amp; Stable-Baselines3 (SAC / TD3 / PPO)</a:t>
          </a:r>
          <a:endParaRPr lang="tr-TR" sz="1600" kern="1200" dirty="0"/>
        </a:p>
      </dsp:txBody>
      <dsp:txXfrm>
        <a:off x="219819" y="1708826"/>
        <a:ext cx="2894104" cy="532887"/>
      </dsp:txXfrm>
    </dsp:sp>
    <dsp:sp modelId="{0F9B4376-CD6A-4203-A80E-DB1B0334D3C4}">
      <dsp:nvSpPr>
        <dsp:cNvPr id="0" name=""/>
        <dsp:cNvSpPr/>
      </dsp:nvSpPr>
      <dsp:spPr>
        <a:xfrm>
          <a:off x="1983" y="2393853"/>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B2FA86D9-BFEF-41E1-8632-8F502BB538F9}">
      <dsp:nvSpPr>
        <dsp:cNvPr id="0" name=""/>
        <dsp:cNvSpPr/>
      </dsp:nvSpPr>
      <dsp:spPr>
        <a:xfrm>
          <a:off x="219819" y="2241714"/>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dirty="0"/>
            <a:t>SHAP &amp; LIME (Açıklanabilir Yapay Zeka - XAI)</a:t>
          </a:r>
        </a:p>
      </dsp:txBody>
      <dsp:txXfrm>
        <a:off x="219819" y="2241714"/>
        <a:ext cx="2894104" cy="532887"/>
      </dsp:txXfrm>
    </dsp:sp>
    <dsp:sp modelId="{A1FADEB8-303A-4369-B50F-95F5002404EB}">
      <dsp:nvSpPr>
        <dsp:cNvPr id="0" name=""/>
        <dsp:cNvSpPr/>
      </dsp:nvSpPr>
      <dsp:spPr>
        <a:xfrm>
          <a:off x="3269521" y="657688"/>
          <a:ext cx="3111940" cy="36611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AD916C7-88CE-4CF4-A5DA-5ADF1D54B5AA}">
      <dsp:nvSpPr>
        <dsp:cNvPr id="0" name=""/>
        <dsp:cNvSpPr/>
      </dsp:nvSpPr>
      <dsp:spPr>
        <a:xfrm>
          <a:off x="3269521" y="795185"/>
          <a:ext cx="228614" cy="228614"/>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82688946-0BA9-4765-9E03-31983F0BC78D}">
      <dsp:nvSpPr>
        <dsp:cNvPr id="0" name=""/>
        <dsp:cNvSpPr/>
      </dsp:nvSpPr>
      <dsp:spPr>
        <a:xfrm>
          <a:off x="3269521" y="0"/>
          <a:ext cx="3111940" cy="6576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tr-TR" sz="1800" b="1" kern="1200" dirty="0"/>
            <a:t>Simülasyon ve Ortamı</a:t>
          </a:r>
        </a:p>
      </dsp:txBody>
      <dsp:txXfrm>
        <a:off x="3269521" y="0"/>
        <a:ext cx="3111940" cy="657688"/>
      </dsp:txXfrm>
    </dsp:sp>
    <dsp:sp modelId="{8167D019-179B-4ECD-B873-C389FF088CED}">
      <dsp:nvSpPr>
        <dsp:cNvPr id="0" name=""/>
        <dsp:cNvSpPr/>
      </dsp:nvSpPr>
      <dsp:spPr>
        <a:xfrm>
          <a:off x="3269521" y="1328078"/>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90B9EFA6-B928-492A-BCDD-2C4FAD1EB72B}">
      <dsp:nvSpPr>
        <dsp:cNvPr id="0" name=""/>
        <dsp:cNvSpPr/>
      </dsp:nvSpPr>
      <dsp:spPr>
        <a:xfrm>
          <a:off x="3487356" y="1175938"/>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dirty="0" err="1"/>
            <a:t>Gymnasium</a:t>
          </a:r>
          <a:r>
            <a:rPr lang="tr-TR" sz="1600" kern="1200" dirty="0"/>
            <a:t> API (Standart Çevre Arayüzü)</a:t>
          </a:r>
        </a:p>
      </dsp:txBody>
      <dsp:txXfrm>
        <a:off x="3487356" y="1175938"/>
        <a:ext cx="2894104" cy="532887"/>
      </dsp:txXfrm>
    </dsp:sp>
    <dsp:sp modelId="{BEA3B5CD-4345-45FE-A7E3-E0AF4B54BC93}">
      <dsp:nvSpPr>
        <dsp:cNvPr id="0" name=""/>
        <dsp:cNvSpPr/>
      </dsp:nvSpPr>
      <dsp:spPr>
        <a:xfrm>
          <a:off x="3269521" y="1860965"/>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4B454382-6C42-4C1C-A9B2-D4F56DB39485}">
      <dsp:nvSpPr>
        <dsp:cNvPr id="0" name=""/>
        <dsp:cNvSpPr/>
      </dsp:nvSpPr>
      <dsp:spPr>
        <a:xfrm>
          <a:off x="3487356" y="1708826"/>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dirty="0"/>
            <a:t>3-DoF </a:t>
          </a:r>
          <a:r>
            <a:rPr lang="tr-TR" sz="1600" kern="1200" dirty="0" err="1"/>
            <a:t>Vektörize</a:t>
          </a:r>
          <a:r>
            <a:rPr lang="tr-TR" sz="1600" kern="1200" dirty="0"/>
            <a:t> Kinematik Motoru</a:t>
          </a:r>
        </a:p>
      </dsp:txBody>
      <dsp:txXfrm>
        <a:off x="3487356" y="1708826"/>
        <a:ext cx="2894104" cy="532887"/>
      </dsp:txXfrm>
    </dsp:sp>
    <dsp:sp modelId="{2D0B2884-8B82-4C71-A178-A6C58FABA4D1}">
      <dsp:nvSpPr>
        <dsp:cNvPr id="0" name=""/>
        <dsp:cNvSpPr/>
      </dsp:nvSpPr>
      <dsp:spPr>
        <a:xfrm>
          <a:off x="3269521" y="2393853"/>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0F0B09CF-5561-4878-B016-D5B8526338F3}">
      <dsp:nvSpPr>
        <dsp:cNvPr id="0" name=""/>
        <dsp:cNvSpPr/>
      </dsp:nvSpPr>
      <dsp:spPr>
        <a:xfrm>
          <a:off x="3487356" y="2241714"/>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dirty="0"/>
            <a:t>NVIDIA Isaac </a:t>
          </a:r>
          <a:r>
            <a:rPr lang="tr-TR" sz="1600" kern="1200" dirty="0" err="1"/>
            <a:t>Gym</a:t>
          </a:r>
          <a:r>
            <a:rPr lang="tr-TR" sz="1600" kern="1200" dirty="0"/>
            <a:t> / JAX (GPU Hızlandırma)</a:t>
          </a:r>
        </a:p>
      </dsp:txBody>
      <dsp:txXfrm>
        <a:off x="3487356" y="2241714"/>
        <a:ext cx="2894104" cy="532887"/>
      </dsp:txXfrm>
    </dsp:sp>
    <dsp:sp modelId="{DEEC577C-D3C5-49ED-9132-017CBB788852}">
      <dsp:nvSpPr>
        <dsp:cNvPr id="0" name=""/>
        <dsp:cNvSpPr/>
      </dsp:nvSpPr>
      <dsp:spPr>
        <a:xfrm>
          <a:off x="3269521" y="2926741"/>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C97DFA66-D488-4DC5-B459-912671E23954}">
      <dsp:nvSpPr>
        <dsp:cNvPr id="0" name=""/>
        <dsp:cNvSpPr/>
      </dsp:nvSpPr>
      <dsp:spPr>
        <a:xfrm>
          <a:off x="3487356" y="2774601"/>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a:t>Çoklu Monte Carlo Testleri</a:t>
          </a:r>
          <a:endParaRPr lang="tr-TR" sz="1600" kern="1200" dirty="0"/>
        </a:p>
      </dsp:txBody>
      <dsp:txXfrm>
        <a:off x="3487356" y="2774601"/>
        <a:ext cx="2894104" cy="532887"/>
      </dsp:txXfrm>
    </dsp:sp>
    <dsp:sp modelId="{C9FB45B7-B48D-43F1-A7ED-69F52CD8BD8A}">
      <dsp:nvSpPr>
        <dsp:cNvPr id="0" name=""/>
        <dsp:cNvSpPr/>
      </dsp:nvSpPr>
      <dsp:spPr>
        <a:xfrm>
          <a:off x="6537058" y="657688"/>
          <a:ext cx="3111940" cy="36611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F1033B67-9BC3-486A-AFD4-7C9D0E8D8D22}">
      <dsp:nvSpPr>
        <dsp:cNvPr id="0" name=""/>
        <dsp:cNvSpPr/>
      </dsp:nvSpPr>
      <dsp:spPr>
        <a:xfrm>
          <a:off x="6537058" y="795185"/>
          <a:ext cx="228614" cy="228614"/>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546D6C1A-12D6-4FD7-BB90-A9155C43E6D6}">
      <dsp:nvSpPr>
        <dsp:cNvPr id="0" name=""/>
        <dsp:cNvSpPr/>
      </dsp:nvSpPr>
      <dsp:spPr>
        <a:xfrm>
          <a:off x="6537058" y="0"/>
          <a:ext cx="3111940" cy="6576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tr-TR" sz="1800" b="1" kern="1200" dirty="0"/>
            <a:t>Hesaplama ve Donanım Bileşenleri</a:t>
          </a:r>
        </a:p>
      </dsp:txBody>
      <dsp:txXfrm>
        <a:off x="6537058" y="0"/>
        <a:ext cx="3111940" cy="657688"/>
      </dsp:txXfrm>
    </dsp:sp>
    <dsp:sp modelId="{3E12E60A-0D58-43A7-8D55-F7DB2D6837AC}">
      <dsp:nvSpPr>
        <dsp:cNvPr id="0" name=""/>
        <dsp:cNvSpPr/>
      </dsp:nvSpPr>
      <dsp:spPr>
        <a:xfrm>
          <a:off x="6537058" y="1328078"/>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1A85B55B-8BC4-4095-AF22-AA5CC48FD6BF}">
      <dsp:nvSpPr>
        <dsp:cNvPr id="0" name=""/>
        <dsp:cNvSpPr/>
      </dsp:nvSpPr>
      <dsp:spPr>
        <a:xfrm>
          <a:off x="6754894" y="1175938"/>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dirty="0"/>
            <a:t>NVIDIA RTX 4060 Ti 8GB GPU</a:t>
          </a:r>
        </a:p>
      </dsp:txBody>
      <dsp:txXfrm>
        <a:off x="6754894" y="1175938"/>
        <a:ext cx="2894104" cy="532887"/>
      </dsp:txXfrm>
    </dsp:sp>
    <dsp:sp modelId="{953D78E3-82AB-46AF-B6B7-7D8765F7525E}">
      <dsp:nvSpPr>
        <dsp:cNvPr id="0" name=""/>
        <dsp:cNvSpPr/>
      </dsp:nvSpPr>
      <dsp:spPr>
        <a:xfrm>
          <a:off x="6537058" y="1860965"/>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F029FA69-AA7D-4DBA-BB38-520C233F9A20}">
      <dsp:nvSpPr>
        <dsp:cNvPr id="0" name=""/>
        <dsp:cNvSpPr/>
      </dsp:nvSpPr>
      <dsp:spPr>
        <a:xfrm>
          <a:off x="6754894" y="1708826"/>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dirty="0"/>
            <a:t>Intel </a:t>
          </a:r>
          <a:r>
            <a:rPr lang="tr-TR" sz="1600" kern="1200" dirty="0" err="1"/>
            <a:t>Core</a:t>
          </a:r>
          <a:r>
            <a:rPr lang="tr-TR" sz="1600" kern="1200" dirty="0"/>
            <a:t> i5-13400F CPU</a:t>
          </a:r>
        </a:p>
      </dsp:txBody>
      <dsp:txXfrm>
        <a:off x="6754894" y="1708826"/>
        <a:ext cx="2894104" cy="532887"/>
      </dsp:txXfrm>
    </dsp:sp>
    <dsp:sp modelId="{510770D1-08F3-4514-B354-2B283871C84B}">
      <dsp:nvSpPr>
        <dsp:cNvPr id="0" name=""/>
        <dsp:cNvSpPr/>
      </dsp:nvSpPr>
      <dsp:spPr>
        <a:xfrm>
          <a:off x="6537058" y="2393853"/>
          <a:ext cx="228608" cy="228608"/>
        </a:xfrm>
        <a:prstGeom prst="rect">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0A517FF8-02E8-402C-96C4-246031364E7C}">
      <dsp:nvSpPr>
        <dsp:cNvPr id="0" name=""/>
        <dsp:cNvSpPr/>
      </dsp:nvSpPr>
      <dsp:spPr>
        <a:xfrm>
          <a:off x="6754894" y="2241714"/>
          <a:ext cx="2894104" cy="532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tr-TR" sz="1600" kern="1200" dirty="0"/>
            <a:t>NVIDIA CUDA &amp; </a:t>
          </a:r>
          <a:r>
            <a:rPr lang="tr-TR" sz="1600" kern="1200" dirty="0" err="1"/>
            <a:t>TensorRT</a:t>
          </a:r>
          <a:r>
            <a:rPr lang="tr-TR" sz="1600" kern="1200" dirty="0"/>
            <a:t> (Çıkarım Optimizasyonu)</a:t>
          </a:r>
        </a:p>
      </dsp:txBody>
      <dsp:txXfrm>
        <a:off x="6754894" y="2241714"/>
        <a:ext cx="2894104" cy="5328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B171B9-59AA-4CFE-91AC-B5DEAF55AC29}">
      <dsp:nvSpPr>
        <dsp:cNvPr id="0" name=""/>
        <dsp:cNvSpPr/>
      </dsp:nvSpPr>
      <dsp:spPr>
        <a:xfrm>
          <a:off x="1075401" y="1037315"/>
          <a:ext cx="680566" cy="7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AD8D85-D0DB-42A3-A50C-99BD0937CCA9}">
      <dsp:nvSpPr>
        <dsp:cNvPr id="0" name=""/>
        <dsp:cNvSpPr/>
      </dsp:nvSpPr>
      <dsp:spPr>
        <a:xfrm>
          <a:off x="1697634" y="957936"/>
          <a:ext cx="89445" cy="167984"/>
        </a:xfrm>
        <a:prstGeom prst="chevron">
          <a:avLst>
            <a:gd name="adj" fmla="val 9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869" tIns="165100" rIns="30869" bIns="165100" numCol="1" spcCol="1270" anchor="t" anchorCtr="0">
          <a:noAutofit/>
        </a:bodyPr>
        <a:lstStyle/>
        <a:p>
          <a:pPr marL="0" lvl="0" indent="0" algn="l" defTabSz="533400">
            <a:lnSpc>
              <a:spcPct val="90000"/>
            </a:lnSpc>
            <a:spcBef>
              <a:spcPct val="0"/>
            </a:spcBef>
            <a:spcAft>
              <a:spcPct val="35000"/>
            </a:spcAft>
            <a:buNone/>
          </a:pPr>
          <a:r>
            <a:rPr lang="tr-TR" sz="1200" b="1" kern="1200" dirty="0"/>
            <a:t>FAZ 1: Matematiksel Taban ve Klasik Güdüm (Aylar: 1 - 2)</a:t>
          </a:r>
          <a:endParaRPr lang="tr-TR"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2B düzlemsel nokta kinematiği ortamı kodlanır.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Kıyaslama analizi için klasik güdüm kanunları sisteme yüklenir.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Görüş hattı açısı hesaplama ve yaklaşım blokları kurulur.</a:t>
          </a:r>
        </a:p>
      </dsp:txBody>
      <dsp:txXfrm>
        <a:off x="154420" y="1755035"/>
        <a:ext cx="1647514" cy="2504223"/>
      </dsp:txXfrm>
    </dsp:sp>
    <dsp:sp modelId="{98E326BC-6F76-4B49-8993-1F597A8CF3E3}">
      <dsp:nvSpPr>
        <dsp:cNvPr id="0" name=""/>
        <dsp:cNvSpPr/>
      </dsp:nvSpPr>
      <dsp:spPr>
        <a:xfrm>
          <a:off x="710536" y="769709"/>
          <a:ext cx="535283" cy="535283"/>
        </a:xfrm>
        <a:prstGeom prst="ellipse">
          <a:avLst/>
        </a:prstGeom>
        <a:solidFill>
          <a:schemeClr val="accent6">
            <a:lumMod val="20000"/>
            <a:lumOff val="80000"/>
          </a:schemeClr>
        </a:solidFill>
        <a:ln w="12700" cap="flat" cmpd="sng" algn="ctr">
          <a:solidFill>
            <a:schemeClr val="accent6">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72" tIns="20772" rIns="20772" bIns="20772" numCol="1" spcCol="1270" anchor="ctr" anchorCtr="0">
          <a:noAutofit/>
        </a:bodyPr>
        <a:lstStyle/>
        <a:p>
          <a:pPr marL="0" lvl="0" indent="0" algn="ctr" defTabSz="1066800">
            <a:lnSpc>
              <a:spcPct val="90000"/>
            </a:lnSpc>
            <a:spcBef>
              <a:spcPct val="0"/>
            </a:spcBef>
            <a:spcAft>
              <a:spcPct val="35000"/>
            </a:spcAft>
            <a:buNone/>
          </a:pPr>
          <a:r>
            <a:rPr lang="tr-TR" sz="2400" kern="1200" dirty="0">
              <a:solidFill>
                <a:schemeClr val="tx1"/>
              </a:solidFill>
            </a:rPr>
            <a:t>1 </a:t>
          </a:r>
        </a:p>
      </dsp:txBody>
      <dsp:txXfrm>
        <a:off x="788926" y="848099"/>
        <a:ext cx="378503" cy="378503"/>
      </dsp:txXfrm>
    </dsp:sp>
    <dsp:sp modelId="{CC4C72FD-63A9-4477-990E-12A81699A61D}">
      <dsp:nvSpPr>
        <dsp:cNvPr id="0" name=""/>
        <dsp:cNvSpPr/>
      </dsp:nvSpPr>
      <dsp:spPr>
        <a:xfrm>
          <a:off x="978142" y="1376915"/>
          <a:ext cx="72" cy="32663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9C0205-EBA0-40F9-9A6A-0C5BFA1EEDCB}">
      <dsp:nvSpPr>
        <dsp:cNvPr id="0" name=""/>
        <dsp:cNvSpPr/>
      </dsp:nvSpPr>
      <dsp:spPr>
        <a:xfrm>
          <a:off x="103163" y="1703778"/>
          <a:ext cx="1750028" cy="26067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869" tIns="165100" rIns="30869" bIns="165100" numCol="1" spcCol="1270" anchor="t" anchorCtr="0">
          <a:noAutofit/>
        </a:bodyPr>
        <a:lstStyle/>
        <a:p>
          <a:pPr marL="0" lvl="0" indent="0" algn="l" defTabSz="533400">
            <a:lnSpc>
              <a:spcPct val="90000"/>
            </a:lnSpc>
            <a:spcBef>
              <a:spcPct val="0"/>
            </a:spcBef>
            <a:spcAft>
              <a:spcPct val="35000"/>
            </a:spcAft>
            <a:buNone/>
          </a:pPr>
          <a:r>
            <a:rPr lang="tr-TR" sz="1200" b="1" kern="1200" dirty="0"/>
            <a:t>FAZ 1: Matematiksel Taban ve Klasik Güdüm (Aylar: 1 - 2)</a:t>
          </a:r>
          <a:endParaRPr lang="tr-TR"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2B düzlemsel nokta kinematiği ortamı kodlanır.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Kıyaslama analizi için klasik güdüm kanunları sisteme yüklenir.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Görüş hattı açısı hesaplama ve yaklaşım blokları kurulur.</a:t>
          </a:r>
        </a:p>
      </dsp:txBody>
      <dsp:txXfrm>
        <a:off x="154420" y="1755035"/>
        <a:ext cx="1647514" cy="2504223"/>
      </dsp:txXfrm>
    </dsp:sp>
    <dsp:sp modelId="{C6161280-5F5B-48E3-9D30-120EC2AFF19A}">
      <dsp:nvSpPr>
        <dsp:cNvPr id="0" name=""/>
        <dsp:cNvSpPr/>
      </dsp:nvSpPr>
      <dsp:spPr>
        <a:xfrm>
          <a:off x="1950415" y="1037191"/>
          <a:ext cx="1750028" cy="7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1D5A9C-D5B1-46F3-B8C0-B22E8F6245B5}">
      <dsp:nvSpPr>
        <dsp:cNvPr id="0" name=""/>
        <dsp:cNvSpPr/>
      </dsp:nvSpPr>
      <dsp:spPr>
        <a:xfrm>
          <a:off x="3642109" y="957812"/>
          <a:ext cx="89445" cy="168089"/>
        </a:xfrm>
        <a:prstGeom prst="chevron">
          <a:avLst>
            <a:gd name="adj" fmla="val 9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869" tIns="165100" rIns="30869" bIns="165100" numCol="1" spcCol="1270" anchor="t" anchorCtr="0">
          <a:noAutofit/>
        </a:bodyPr>
        <a:lstStyle/>
        <a:p>
          <a:pPr marL="0" lvl="0" indent="0" algn="l" defTabSz="533400">
            <a:lnSpc>
              <a:spcPct val="90000"/>
            </a:lnSpc>
            <a:spcBef>
              <a:spcPct val="0"/>
            </a:spcBef>
            <a:spcAft>
              <a:spcPct val="35000"/>
            </a:spcAft>
            <a:buNone/>
          </a:pPr>
          <a:r>
            <a:rPr lang="tr-TR" sz="1200" b="1" kern="1200" dirty="0"/>
            <a:t>FAZ 2: 2B Yapay Zeka ve Dinamik Açı Eğitimi (Aylar: 3 - 5)</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Klasik uçuş verileriyle yapay zekaya taklit eğitimi yaptırılır.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Derin pekiştirmeli öğrenme ile hibrit ve saf dinamik darbe açısı ajanları optimize edilir.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Ajanın 2B düzlemdeki otopilot uçuş başarıları raporlanır.</a:t>
          </a:r>
        </a:p>
      </dsp:txBody>
      <dsp:txXfrm>
        <a:off x="2098896" y="1755035"/>
        <a:ext cx="1647514" cy="2504223"/>
      </dsp:txXfrm>
    </dsp:sp>
    <dsp:sp modelId="{9BC6853A-CF83-4EA1-AB9A-1BB80E0D969A}">
      <dsp:nvSpPr>
        <dsp:cNvPr id="0" name=""/>
        <dsp:cNvSpPr/>
      </dsp:nvSpPr>
      <dsp:spPr>
        <a:xfrm>
          <a:off x="2655011" y="769585"/>
          <a:ext cx="535283" cy="535283"/>
        </a:xfrm>
        <a:prstGeom prst="ellipse">
          <a:avLst/>
        </a:prstGeom>
        <a:solidFill>
          <a:schemeClr val="accent6">
            <a:lumMod val="40000"/>
            <a:lumOff val="60000"/>
          </a:schemeClr>
        </a:solidFill>
        <a:ln w="12700" cap="flat" cmpd="sng" algn="ctr">
          <a:solidFill>
            <a:schemeClr val="accent6">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72" tIns="20772" rIns="20772" bIns="20772" numCol="1" spcCol="1270" anchor="ctr" anchorCtr="0">
          <a:noAutofit/>
        </a:bodyPr>
        <a:lstStyle/>
        <a:p>
          <a:pPr marL="0" lvl="0" indent="0" algn="ctr" defTabSz="1066800">
            <a:lnSpc>
              <a:spcPct val="90000"/>
            </a:lnSpc>
            <a:spcBef>
              <a:spcPct val="0"/>
            </a:spcBef>
            <a:spcAft>
              <a:spcPct val="35000"/>
            </a:spcAft>
            <a:buNone/>
          </a:pPr>
          <a:r>
            <a:rPr lang="tr-TR" sz="2400" kern="1200" dirty="0">
              <a:solidFill>
                <a:schemeClr val="tx1"/>
              </a:solidFill>
            </a:rPr>
            <a:t>2</a:t>
          </a:r>
        </a:p>
      </dsp:txBody>
      <dsp:txXfrm>
        <a:off x="2733401" y="847975"/>
        <a:ext cx="378503" cy="378503"/>
      </dsp:txXfrm>
    </dsp:sp>
    <dsp:sp modelId="{764BD274-6067-444F-8412-5D6431E9E495}">
      <dsp:nvSpPr>
        <dsp:cNvPr id="0" name=""/>
        <dsp:cNvSpPr/>
      </dsp:nvSpPr>
      <dsp:spPr>
        <a:xfrm>
          <a:off x="2922617" y="1376836"/>
          <a:ext cx="72" cy="3268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B76DCD-1D59-4B50-B736-F00C2BC12BB0}">
      <dsp:nvSpPr>
        <dsp:cNvPr id="0" name=""/>
        <dsp:cNvSpPr/>
      </dsp:nvSpPr>
      <dsp:spPr>
        <a:xfrm>
          <a:off x="2047639" y="1703778"/>
          <a:ext cx="1750028" cy="26067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869" tIns="165100" rIns="30869" bIns="165100" numCol="1" spcCol="1270" anchor="t" anchorCtr="0">
          <a:noAutofit/>
        </a:bodyPr>
        <a:lstStyle/>
        <a:p>
          <a:pPr marL="0" lvl="0" indent="0" algn="l" defTabSz="533400">
            <a:lnSpc>
              <a:spcPct val="90000"/>
            </a:lnSpc>
            <a:spcBef>
              <a:spcPct val="0"/>
            </a:spcBef>
            <a:spcAft>
              <a:spcPct val="35000"/>
            </a:spcAft>
            <a:buNone/>
          </a:pPr>
          <a:r>
            <a:rPr lang="tr-TR" sz="1200" b="1" kern="1200" dirty="0"/>
            <a:t>FAZ 2: 2B Yapay Zeka ve Dinamik Açı Eğitimi (Aylar: 3 - 5)</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Klasik uçuş verileriyle yapay zekaya taklit eğitimi yaptırılır.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Derin pekiştirmeli öğrenme ile hibrit ve saf dinamik darbe açısı ajanları optimize edilir.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Ajanın 2B düzlemdeki otopilot uçuş başarıları raporlanır.</a:t>
          </a:r>
        </a:p>
      </dsp:txBody>
      <dsp:txXfrm>
        <a:off x="2098896" y="1755035"/>
        <a:ext cx="1647514" cy="2504223"/>
      </dsp:txXfrm>
    </dsp:sp>
    <dsp:sp modelId="{CE64567E-DF3F-492B-B006-8F343AE6BD54}">
      <dsp:nvSpPr>
        <dsp:cNvPr id="0" name=""/>
        <dsp:cNvSpPr/>
      </dsp:nvSpPr>
      <dsp:spPr>
        <a:xfrm>
          <a:off x="3894891" y="1037122"/>
          <a:ext cx="1750028" cy="7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1AAD74-D67F-44A1-BD86-523D67CAE7F0}">
      <dsp:nvSpPr>
        <dsp:cNvPr id="0" name=""/>
        <dsp:cNvSpPr/>
      </dsp:nvSpPr>
      <dsp:spPr>
        <a:xfrm>
          <a:off x="5586585" y="957746"/>
          <a:ext cx="89445" cy="168133"/>
        </a:xfrm>
        <a:prstGeom prst="chevron">
          <a:avLst>
            <a:gd name="adj" fmla="val 9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869" tIns="165100" rIns="30869" bIns="165100" numCol="1" spcCol="1270" anchor="t" anchorCtr="0">
          <a:noAutofit/>
        </a:bodyPr>
        <a:lstStyle/>
        <a:p>
          <a:pPr marL="0" lvl="0" indent="0" algn="l" defTabSz="533400">
            <a:lnSpc>
              <a:spcPct val="90000"/>
            </a:lnSpc>
            <a:spcBef>
              <a:spcPct val="0"/>
            </a:spcBef>
            <a:spcAft>
              <a:spcPct val="35000"/>
            </a:spcAft>
            <a:buNone/>
          </a:pPr>
          <a:r>
            <a:rPr lang="tr-TR" sz="1200" b="1" kern="1200" dirty="0"/>
            <a:t>FAZ 3: 3B Uzay Geçişi ve Aerodinamik Modelleme (Aylar: 6 - 7)</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Simülasyon iki boyutlu kısıtlardan arındırılarak 3B uzaya taşınır.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Gerçekçi hava sürtünmesi ve rüzgar sapma modelleri eklenir.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Eğitilen yapay zeka ağırlıkları 3B giriş katmanına uyarlanır.</a:t>
          </a:r>
        </a:p>
      </dsp:txBody>
      <dsp:txXfrm>
        <a:off x="4043372" y="1755001"/>
        <a:ext cx="1647514" cy="2504223"/>
      </dsp:txXfrm>
    </dsp:sp>
    <dsp:sp modelId="{0F2684FC-E537-4CCC-8C0A-B29096BAA9C0}">
      <dsp:nvSpPr>
        <dsp:cNvPr id="0" name=""/>
        <dsp:cNvSpPr/>
      </dsp:nvSpPr>
      <dsp:spPr>
        <a:xfrm>
          <a:off x="4599487" y="769516"/>
          <a:ext cx="535283" cy="535283"/>
        </a:xfrm>
        <a:prstGeom prst="ellipse">
          <a:avLst/>
        </a:prstGeom>
        <a:solidFill>
          <a:schemeClr val="accent6">
            <a:lumMod val="60000"/>
            <a:lumOff val="40000"/>
          </a:schemeClr>
        </a:solidFill>
        <a:ln w="12700" cap="flat" cmpd="sng" algn="ctr">
          <a:solidFill>
            <a:schemeClr val="accent6">
              <a:lumMod val="60000"/>
              <a:lum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72" tIns="20772" rIns="20772" bIns="20772" numCol="1" spcCol="1270" anchor="ctr" anchorCtr="0">
          <a:noAutofit/>
        </a:bodyPr>
        <a:lstStyle/>
        <a:p>
          <a:pPr marL="0" lvl="0" indent="0" algn="ctr" defTabSz="1066800">
            <a:lnSpc>
              <a:spcPct val="90000"/>
            </a:lnSpc>
            <a:spcBef>
              <a:spcPct val="0"/>
            </a:spcBef>
            <a:spcAft>
              <a:spcPct val="35000"/>
            </a:spcAft>
            <a:buNone/>
          </a:pPr>
          <a:r>
            <a:rPr lang="tr-TR" sz="2400" kern="1200" dirty="0">
              <a:solidFill>
                <a:schemeClr val="tx1"/>
              </a:solidFill>
            </a:rPr>
            <a:t>3</a:t>
          </a:r>
        </a:p>
      </dsp:txBody>
      <dsp:txXfrm>
        <a:off x="4677877" y="847906"/>
        <a:ext cx="378503" cy="378503"/>
      </dsp:txXfrm>
    </dsp:sp>
    <dsp:sp modelId="{AF1DCEB8-8D32-416E-BB99-C385BD5D847A}">
      <dsp:nvSpPr>
        <dsp:cNvPr id="0" name=""/>
        <dsp:cNvSpPr/>
      </dsp:nvSpPr>
      <dsp:spPr>
        <a:xfrm>
          <a:off x="4867093" y="1376785"/>
          <a:ext cx="72" cy="32692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E9EDD5-7988-46E9-AC7E-FEF92C2B6F5D}">
      <dsp:nvSpPr>
        <dsp:cNvPr id="0" name=""/>
        <dsp:cNvSpPr/>
      </dsp:nvSpPr>
      <dsp:spPr>
        <a:xfrm>
          <a:off x="3992115" y="1703744"/>
          <a:ext cx="1750028" cy="26067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869" tIns="165100" rIns="30869" bIns="165100" numCol="1" spcCol="1270" anchor="t" anchorCtr="0">
          <a:noAutofit/>
        </a:bodyPr>
        <a:lstStyle/>
        <a:p>
          <a:pPr marL="0" lvl="0" indent="0" algn="l" defTabSz="533400">
            <a:lnSpc>
              <a:spcPct val="90000"/>
            </a:lnSpc>
            <a:spcBef>
              <a:spcPct val="0"/>
            </a:spcBef>
            <a:spcAft>
              <a:spcPct val="35000"/>
            </a:spcAft>
            <a:buNone/>
          </a:pPr>
          <a:r>
            <a:rPr lang="tr-TR" sz="1200" b="1" kern="1200" dirty="0"/>
            <a:t>FAZ 3: 3B Uzay Geçişi ve Aerodinamik Modelleme (Aylar: 6 - 7)</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Simülasyon iki boyutlu kısıtlardan arındırılarak 3B uzaya taşınır.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Gerçekçi hava sürtünmesi ve rüzgar sapma modelleri eklenir.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Eğitilen yapay zeka ağırlıkları 3B giriş katmanına uyarlanır.</a:t>
          </a:r>
        </a:p>
      </dsp:txBody>
      <dsp:txXfrm>
        <a:off x="4043372" y="1755001"/>
        <a:ext cx="1647514" cy="2504223"/>
      </dsp:txXfrm>
    </dsp:sp>
    <dsp:sp modelId="{7CA0D382-FCC0-45C8-ABBE-3F72782F9DCF}">
      <dsp:nvSpPr>
        <dsp:cNvPr id="0" name=""/>
        <dsp:cNvSpPr/>
      </dsp:nvSpPr>
      <dsp:spPr>
        <a:xfrm>
          <a:off x="5839367" y="1037099"/>
          <a:ext cx="1750028" cy="7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6C8B48-FCFB-4541-A970-904EA645F56B}">
      <dsp:nvSpPr>
        <dsp:cNvPr id="0" name=""/>
        <dsp:cNvSpPr/>
      </dsp:nvSpPr>
      <dsp:spPr>
        <a:xfrm>
          <a:off x="7531061" y="957723"/>
          <a:ext cx="89445" cy="168152"/>
        </a:xfrm>
        <a:prstGeom prst="chevron">
          <a:avLst>
            <a:gd name="adj" fmla="val 9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869" tIns="165100" rIns="30869" bIns="165100" numCol="1" spcCol="1270" anchor="t" anchorCtr="0">
          <a:noAutofit/>
        </a:bodyPr>
        <a:lstStyle/>
        <a:p>
          <a:pPr marL="0" lvl="0" indent="0" algn="l" defTabSz="533400">
            <a:lnSpc>
              <a:spcPct val="90000"/>
            </a:lnSpc>
            <a:spcBef>
              <a:spcPct val="0"/>
            </a:spcBef>
            <a:spcAft>
              <a:spcPct val="35000"/>
            </a:spcAft>
            <a:buNone/>
          </a:pPr>
          <a:r>
            <a:rPr lang="tr-TR" sz="1200" b="1" kern="1200" dirty="0"/>
            <a:t>FAZ 4: Taktik Tehditler ve Elektronik Harp (Aylar: 8 - 10)</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Rotalara sis, bulut vb. körlükleri eklenir.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Dinamik hedefler entegre edilir.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Terminal safha aktif karıştırma ile gürbüzlük sınanır.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Açıklanabilir yapay zeka metotlarının entegrasyonu</a:t>
          </a:r>
        </a:p>
      </dsp:txBody>
      <dsp:txXfrm>
        <a:off x="5987848" y="1755001"/>
        <a:ext cx="1647514" cy="2504223"/>
      </dsp:txXfrm>
    </dsp:sp>
    <dsp:sp modelId="{3F301164-3BDF-4260-85C9-0A432F46E425}">
      <dsp:nvSpPr>
        <dsp:cNvPr id="0" name=""/>
        <dsp:cNvSpPr/>
      </dsp:nvSpPr>
      <dsp:spPr>
        <a:xfrm>
          <a:off x="6543963" y="769493"/>
          <a:ext cx="535283" cy="535283"/>
        </a:xfrm>
        <a:prstGeom prst="ellipse">
          <a:avLst/>
        </a:prstGeom>
        <a:solidFill>
          <a:schemeClr val="accent6">
            <a:lumMod val="75000"/>
          </a:schemeClr>
        </a:solidFill>
        <a:ln w="12700" cap="flat" cmpd="sng" algn="ctr">
          <a:solidFill>
            <a:schemeClr val="accent6">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72" tIns="20772" rIns="20772" bIns="20772" numCol="1" spcCol="1270" anchor="ctr" anchorCtr="0">
          <a:noAutofit/>
        </a:bodyPr>
        <a:lstStyle/>
        <a:p>
          <a:pPr marL="0" lvl="0" indent="0" algn="ctr" defTabSz="1066800">
            <a:lnSpc>
              <a:spcPct val="90000"/>
            </a:lnSpc>
            <a:spcBef>
              <a:spcPct val="0"/>
            </a:spcBef>
            <a:spcAft>
              <a:spcPct val="35000"/>
            </a:spcAft>
            <a:buNone/>
          </a:pPr>
          <a:r>
            <a:rPr lang="tr-TR" sz="2400" kern="1200" dirty="0">
              <a:solidFill>
                <a:schemeClr val="tx1"/>
              </a:solidFill>
            </a:rPr>
            <a:t>4</a:t>
          </a:r>
        </a:p>
      </dsp:txBody>
      <dsp:txXfrm>
        <a:off x="6622353" y="847883"/>
        <a:ext cx="378503" cy="378503"/>
      </dsp:txXfrm>
    </dsp:sp>
    <dsp:sp modelId="{E4444C00-3E9B-4692-A5A3-992DB50F4F3B}">
      <dsp:nvSpPr>
        <dsp:cNvPr id="0" name=""/>
        <dsp:cNvSpPr/>
      </dsp:nvSpPr>
      <dsp:spPr>
        <a:xfrm>
          <a:off x="6811569" y="1376771"/>
          <a:ext cx="72" cy="32696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D8038B-F361-4DE6-9848-C960CF1E7217}">
      <dsp:nvSpPr>
        <dsp:cNvPr id="0" name=""/>
        <dsp:cNvSpPr/>
      </dsp:nvSpPr>
      <dsp:spPr>
        <a:xfrm>
          <a:off x="5936591" y="1703744"/>
          <a:ext cx="1750028" cy="26067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869" tIns="165100" rIns="30869" bIns="165100" numCol="1" spcCol="1270" anchor="t" anchorCtr="0">
          <a:noAutofit/>
        </a:bodyPr>
        <a:lstStyle/>
        <a:p>
          <a:pPr marL="0" lvl="0" indent="0" algn="l" defTabSz="533400">
            <a:lnSpc>
              <a:spcPct val="90000"/>
            </a:lnSpc>
            <a:spcBef>
              <a:spcPct val="0"/>
            </a:spcBef>
            <a:spcAft>
              <a:spcPct val="35000"/>
            </a:spcAft>
            <a:buNone/>
          </a:pPr>
          <a:r>
            <a:rPr lang="tr-TR" sz="1200" b="1" kern="1200" dirty="0"/>
            <a:t>FAZ 4: Taktik Tehditler ve Elektronik Harp (Aylar: 8 - 10)</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Rotalara sis, bulut vb. körlükleri eklenir.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Dinamik hedefler entegre edilir.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Terminal safha aktif karıştırma ile gürbüzlük sınanır.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Açıklanabilir yapay zeka metotlarının entegrasyonu</a:t>
          </a:r>
        </a:p>
      </dsp:txBody>
      <dsp:txXfrm>
        <a:off x="5987848" y="1755001"/>
        <a:ext cx="1647514" cy="2504223"/>
      </dsp:txXfrm>
    </dsp:sp>
    <dsp:sp modelId="{53B4EA0F-24F0-4E92-A615-C582042EA0DE}">
      <dsp:nvSpPr>
        <dsp:cNvPr id="0" name=""/>
        <dsp:cNvSpPr/>
      </dsp:nvSpPr>
      <dsp:spPr>
        <a:xfrm>
          <a:off x="7783843" y="1037089"/>
          <a:ext cx="972237" cy="7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1223CF-F246-4E35-8756-A89CB52FA252}">
      <dsp:nvSpPr>
        <dsp:cNvPr id="0" name=""/>
        <dsp:cNvSpPr/>
      </dsp:nvSpPr>
      <dsp:spPr>
        <a:xfrm>
          <a:off x="8488439" y="769484"/>
          <a:ext cx="535283" cy="535283"/>
        </a:xfrm>
        <a:prstGeom prst="ellipse">
          <a:avLst/>
        </a:prstGeom>
        <a:solidFill>
          <a:schemeClr val="accent6">
            <a:lumMod val="50000"/>
          </a:schemeClr>
        </a:solidFill>
        <a:ln w="12700" cap="flat" cmpd="sng" algn="ctr">
          <a:solidFill>
            <a:schemeClr val="accent6">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72" tIns="20772" rIns="20772" bIns="20772" numCol="1" spcCol="1270" anchor="ctr" anchorCtr="0">
          <a:noAutofit/>
        </a:bodyPr>
        <a:lstStyle/>
        <a:p>
          <a:pPr marL="0" lvl="0" indent="0" algn="ctr" defTabSz="1066800">
            <a:lnSpc>
              <a:spcPct val="90000"/>
            </a:lnSpc>
            <a:spcBef>
              <a:spcPct val="0"/>
            </a:spcBef>
            <a:spcAft>
              <a:spcPct val="35000"/>
            </a:spcAft>
            <a:buNone/>
          </a:pPr>
          <a:r>
            <a:rPr lang="tr-TR" sz="2400" kern="1200" dirty="0">
              <a:solidFill>
                <a:schemeClr val="tx1"/>
              </a:solidFill>
            </a:rPr>
            <a:t>5</a:t>
          </a:r>
        </a:p>
      </dsp:txBody>
      <dsp:txXfrm>
        <a:off x="8566829" y="847874"/>
        <a:ext cx="378503" cy="378503"/>
      </dsp:txXfrm>
    </dsp:sp>
    <dsp:sp modelId="{BA78840D-B284-43BB-A628-3D8CEA55E170}">
      <dsp:nvSpPr>
        <dsp:cNvPr id="0" name=""/>
        <dsp:cNvSpPr/>
      </dsp:nvSpPr>
      <dsp:spPr>
        <a:xfrm>
          <a:off x="8756044" y="1376765"/>
          <a:ext cx="72" cy="3269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55424C-2E88-45B6-BF70-974BB48ECEB2}">
      <dsp:nvSpPr>
        <dsp:cNvPr id="0" name=""/>
        <dsp:cNvSpPr/>
      </dsp:nvSpPr>
      <dsp:spPr>
        <a:xfrm>
          <a:off x="7881066" y="1703744"/>
          <a:ext cx="1750028" cy="26067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869" tIns="165100" rIns="30869" bIns="165100" numCol="1" spcCol="1270" anchor="t" anchorCtr="0">
          <a:noAutofit/>
        </a:bodyPr>
        <a:lstStyle/>
        <a:p>
          <a:pPr marL="0" lvl="0" indent="0" algn="l" defTabSz="533400">
            <a:lnSpc>
              <a:spcPct val="90000"/>
            </a:lnSpc>
            <a:spcBef>
              <a:spcPct val="0"/>
            </a:spcBef>
            <a:spcAft>
              <a:spcPct val="35000"/>
            </a:spcAft>
            <a:buNone/>
          </a:pPr>
          <a:r>
            <a:rPr lang="tr-TR" sz="1200" b="1" kern="1200" dirty="0"/>
            <a:t>FAZ 5: Karşılaştırmalı Analiz ve Tez Raporlama (Aylar: 11 - 12)</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Modelin başarısı klasik yöntemler ve doğrudan RL ile kıyaslanır.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Yapay zekanın karar mekanizması için SHAP analizleri uygulanır.</a:t>
          </a:r>
        </a:p>
        <a:p>
          <a:pPr marL="114300" lvl="1" indent="-114300" algn="l" defTabSz="533400">
            <a:lnSpc>
              <a:spcPct val="90000"/>
            </a:lnSpc>
            <a:spcBef>
              <a:spcPct val="0"/>
            </a:spcBef>
            <a:spcAft>
              <a:spcPct val="15000"/>
            </a:spcAft>
            <a:buFont typeface="Arial" panose="020B0604020202020204" pitchFamily="34" charset="0"/>
            <a:buChar char="•"/>
          </a:pPr>
          <a:r>
            <a:rPr lang="tr-TR" sz="1200" kern="1200" dirty="0"/>
            <a:t>Tüm performans verileri </a:t>
          </a:r>
          <a:r>
            <a:rPr lang="tr-TR" sz="1200" kern="1200" dirty="0" err="1"/>
            <a:t>grafikleştirilerek</a:t>
          </a:r>
          <a:r>
            <a:rPr lang="tr-TR" sz="1200" kern="1200" dirty="0"/>
            <a:t> tez dokümanı tamamlanır.</a:t>
          </a:r>
        </a:p>
      </dsp:txBody>
      <dsp:txXfrm>
        <a:off x="7932323" y="1755001"/>
        <a:ext cx="1647514" cy="25042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68145E-6CAB-4F71-B480-148E012FCADD}">
      <dsp:nvSpPr>
        <dsp:cNvPr id="0" name=""/>
        <dsp:cNvSpPr/>
      </dsp:nvSpPr>
      <dsp:spPr>
        <a:xfrm>
          <a:off x="0" y="275237"/>
          <a:ext cx="9405008" cy="1020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9933" tIns="374904" rIns="729933" bIns="128016" numCol="1" spcCol="1270" anchor="t" anchorCtr="0">
          <a:noAutofit/>
        </a:bodyPr>
        <a:lstStyle/>
        <a:p>
          <a:pPr marL="171450" lvl="1" indent="-171450" algn="l" defTabSz="800100">
            <a:lnSpc>
              <a:spcPct val="90000"/>
            </a:lnSpc>
            <a:spcBef>
              <a:spcPct val="0"/>
            </a:spcBef>
            <a:spcAft>
              <a:spcPct val="15000"/>
            </a:spcAft>
            <a:buChar char="•"/>
          </a:pPr>
          <a:r>
            <a:rPr lang="tr-TR" sz="1800" kern="1200" dirty="0"/>
            <a:t>Aktif savaş koşullarında </a:t>
          </a:r>
          <a:r>
            <a:rPr lang="tr-TR" sz="1800" b="1" kern="1200" dirty="0"/>
            <a:t>ıskalama mesafesini minimize etmek</a:t>
          </a:r>
          <a:r>
            <a:rPr lang="tr-TR" sz="1800" kern="1200" dirty="0"/>
            <a:t> ve mühimmatın </a:t>
          </a:r>
          <a:r>
            <a:rPr lang="tr-TR" sz="1800" b="1" kern="1200" dirty="0"/>
            <a:t>darbe açısını</a:t>
          </a:r>
          <a:r>
            <a:rPr lang="tr-TR" sz="1800" kern="1200" dirty="0"/>
            <a:t> maksimize etmek.</a:t>
          </a:r>
        </a:p>
      </dsp:txBody>
      <dsp:txXfrm>
        <a:off x="0" y="275237"/>
        <a:ext cx="9405008" cy="1020600"/>
      </dsp:txXfrm>
    </dsp:sp>
    <dsp:sp modelId="{E3C17932-2C15-4FAF-8761-0AF5D3016CC4}">
      <dsp:nvSpPr>
        <dsp:cNvPr id="0" name=""/>
        <dsp:cNvSpPr/>
      </dsp:nvSpPr>
      <dsp:spPr>
        <a:xfrm>
          <a:off x="470250" y="9557"/>
          <a:ext cx="6583505"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41" tIns="0" rIns="248841" bIns="0" numCol="1" spcCol="1270" anchor="ctr" anchorCtr="0">
          <a:noAutofit/>
        </a:bodyPr>
        <a:lstStyle/>
        <a:p>
          <a:pPr marL="0" lvl="0" indent="0" algn="l" defTabSz="800100">
            <a:lnSpc>
              <a:spcPct val="90000"/>
            </a:lnSpc>
            <a:spcBef>
              <a:spcPct val="0"/>
            </a:spcBef>
            <a:spcAft>
              <a:spcPct val="35000"/>
            </a:spcAft>
            <a:buNone/>
          </a:pPr>
          <a:r>
            <a:rPr lang="tr-TR" sz="1800" b="1" kern="1200" dirty="0"/>
            <a:t>Problem &amp; Hedef </a:t>
          </a:r>
          <a:endParaRPr lang="tr-TR" sz="1800" kern="1200" dirty="0"/>
        </a:p>
      </dsp:txBody>
      <dsp:txXfrm>
        <a:off x="496189" y="35496"/>
        <a:ext cx="6531627" cy="479482"/>
      </dsp:txXfrm>
    </dsp:sp>
    <dsp:sp modelId="{7C6AF273-2DDE-47B5-8EAC-15020C8CD2AB}">
      <dsp:nvSpPr>
        <dsp:cNvPr id="0" name=""/>
        <dsp:cNvSpPr/>
      </dsp:nvSpPr>
      <dsp:spPr>
        <a:xfrm>
          <a:off x="0" y="1658717"/>
          <a:ext cx="9405008" cy="1020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9933" tIns="374904" rIns="729933" bIns="128016" numCol="1" spcCol="1270" anchor="t" anchorCtr="0">
          <a:noAutofit/>
        </a:bodyPr>
        <a:lstStyle/>
        <a:p>
          <a:pPr marL="171450" lvl="1" indent="-171450" algn="l" defTabSz="800100">
            <a:lnSpc>
              <a:spcPct val="90000"/>
            </a:lnSpc>
            <a:spcBef>
              <a:spcPct val="0"/>
            </a:spcBef>
            <a:spcAft>
              <a:spcPct val="15000"/>
            </a:spcAft>
            <a:buChar char="•"/>
          </a:pPr>
          <a:r>
            <a:rPr lang="tr-TR" sz="1800" b="0" kern="1200" dirty="0"/>
            <a:t> Literatürdeki simülasyonların gerçek dünyadan kopuk olması (Sim-</a:t>
          </a:r>
          <a:r>
            <a:rPr lang="tr-TR" sz="1800" b="0" kern="1200" dirty="0" err="1"/>
            <a:t>to</a:t>
          </a:r>
          <a:r>
            <a:rPr lang="tr-TR" sz="1800" b="0" kern="1200" dirty="0"/>
            <a:t>-Real), modele bağımlılık, elektronik harp eksikliği ve yapay zekanın </a:t>
          </a:r>
          <a:r>
            <a:rPr lang="tr-TR" sz="1800" b="0" kern="1200" dirty="0" err="1"/>
            <a:t>açıklanabilirlik</a:t>
          </a:r>
          <a:r>
            <a:rPr lang="tr-TR" sz="1800" b="0" kern="1200" dirty="0"/>
            <a:t> (XAI) problemi.</a:t>
          </a:r>
        </a:p>
      </dsp:txBody>
      <dsp:txXfrm>
        <a:off x="0" y="1658717"/>
        <a:ext cx="9405008" cy="1020600"/>
      </dsp:txXfrm>
    </dsp:sp>
    <dsp:sp modelId="{734B4615-9796-42FB-ACB5-0C4AE771A47E}">
      <dsp:nvSpPr>
        <dsp:cNvPr id="0" name=""/>
        <dsp:cNvSpPr/>
      </dsp:nvSpPr>
      <dsp:spPr>
        <a:xfrm>
          <a:off x="470250" y="1393037"/>
          <a:ext cx="6583505"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41" tIns="0" rIns="248841" bIns="0" numCol="1" spcCol="1270" anchor="ctr" anchorCtr="0">
          <a:noAutofit/>
        </a:bodyPr>
        <a:lstStyle/>
        <a:p>
          <a:pPr marL="0" lvl="0" indent="0" algn="l" defTabSz="800100">
            <a:lnSpc>
              <a:spcPct val="90000"/>
            </a:lnSpc>
            <a:spcBef>
              <a:spcPct val="0"/>
            </a:spcBef>
            <a:spcAft>
              <a:spcPct val="35000"/>
            </a:spcAft>
            <a:buNone/>
          </a:pPr>
          <a:r>
            <a:rPr lang="tr-TR" sz="1800" b="1" kern="1200" dirty="0"/>
            <a:t>Mevcut Eksikler:</a:t>
          </a:r>
          <a:endParaRPr lang="tr-TR" sz="1800" kern="1200" dirty="0"/>
        </a:p>
      </dsp:txBody>
      <dsp:txXfrm>
        <a:off x="496189" y="1418976"/>
        <a:ext cx="6531627" cy="479482"/>
      </dsp:txXfrm>
    </dsp:sp>
    <dsp:sp modelId="{AF3D931A-03A2-4DF5-BD4F-B921FDCBFE38}">
      <dsp:nvSpPr>
        <dsp:cNvPr id="0" name=""/>
        <dsp:cNvSpPr/>
      </dsp:nvSpPr>
      <dsp:spPr>
        <a:xfrm>
          <a:off x="0" y="3042198"/>
          <a:ext cx="9405008" cy="1020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9933" tIns="374904" rIns="729933" bIns="128016" numCol="1" spcCol="1270" anchor="t" anchorCtr="0">
          <a:noAutofit/>
        </a:bodyPr>
        <a:lstStyle/>
        <a:p>
          <a:pPr marL="171450" lvl="1" indent="-171450" algn="l" defTabSz="800100">
            <a:lnSpc>
              <a:spcPct val="90000"/>
            </a:lnSpc>
            <a:spcBef>
              <a:spcPct val="0"/>
            </a:spcBef>
            <a:spcAft>
              <a:spcPct val="15000"/>
            </a:spcAft>
            <a:buChar char="•"/>
          </a:pPr>
          <a:r>
            <a:rPr lang="tr-TR" sz="1800" kern="1200" dirty="0"/>
            <a:t>Gelişmiş çevre entegrasyonu, model kıyaslamaları ve matematiksel şeffaflık barındıran </a:t>
          </a:r>
          <a:r>
            <a:rPr lang="tr-TR" sz="1800" b="1" kern="1200" dirty="0" err="1"/>
            <a:t>Hibrit</a:t>
          </a:r>
          <a:r>
            <a:rPr lang="tr-TR" sz="1800" b="1" kern="1200" dirty="0"/>
            <a:t> Gürbüz Derin Pekiştirmeli Öğrenme (DRL)</a:t>
          </a:r>
          <a:r>
            <a:rPr lang="tr-TR" sz="1800" kern="1200" dirty="0"/>
            <a:t> metodolojisi.</a:t>
          </a:r>
        </a:p>
      </dsp:txBody>
      <dsp:txXfrm>
        <a:off x="0" y="3042198"/>
        <a:ext cx="9405008" cy="1020600"/>
      </dsp:txXfrm>
    </dsp:sp>
    <dsp:sp modelId="{C9ACE2D4-27B6-4887-A542-1DB2934DD7BC}">
      <dsp:nvSpPr>
        <dsp:cNvPr id="0" name=""/>
        <dsp:cNvSpPr/>
      </dsp:nvSpPr>
      <dsp:spPr>
        <a:xfrm>
          <a:off x="470250" y="2776517"/>
          <a:ext cx="6583505"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41" tIns="0" rIns="248841" bIns="0" numCol="1" spcCol="1270" anchor="ctr" anchorCtr="0">
          <a:noAutofit/>
        </a:bodyPr>
        <a:lstStyle/>
        <a:p>
          <a:pPr marL="0" lvl="0" indent="0" algn="l" defTabSz="800100">
            <a:lnSpc>
              <a:spcPct val="90000"/>
            </a:lnSpc>
            <a:spcBef>
              <a:spcPct val="0"/>
            </a:spcBef>
            <a:spcAft>
              <a:spcPct val="35000"/>
            </a:spcAft>
            <a:buNone/>
          </a:pPr>
          <a:r>
            <a:rPr lang="tr-TR" sz="1800" b="1" kern="1200" dirty="0"/>
            <a:t>Önerilen Çözüm</a:t>
          </a:r>
          <a:endParaRPr lang="tr-TR" sz="1800" kern="1200" dirty="0"/>
        </a:p>
      </dsp:txBody>
      <dsp:txXfrm>
        <a:off x="496189" y="2802456"/>
        <a:ext cx="6531627" cy="479482"/>
      </dsp:txXfrm>
    </dsp:sp>
    <dsp:sp modelId="{01D8D246-93FD-401A-A170-AE728677D280}">
      <dsp:nvSpPr>
        <dsp:cNvPr id="0" name=""/>
        <dsp:cNvSpPr/>
      </dsp:nvSpPr>
      <dsp:spPr>
        <a:xfrm>
          <a:off x="0" y="4425678"/>
          <a:ext cx="9405008" cy="1020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9933" tIns="374904" rIns="729933" bIns="128016" numCol="1" spcCol="1270" anchor="t" anchorCtr="0">
          <a:noAutofit/>
        </a:bodyPr>
        <a:lstStyle/>
        <a:p>
          <a:pPr marL="171450" lvl="1" indent="-171450" algn="l" defTabSz="800100">
            <a:lnSpc>
              <a:spcPct val="90000"/>
            </a:lnSpc>
            <a:spcBef>
              <a:spcPct val="0"/>
            </a:spcBef>
            <a:spcAft>
              <a:spcPct val="15000"/>
            </a:spcAft>
            <a:buChar char="•"/>
          </a:pPr>
          <a:r>
            <a:rPr lang="tr-TR" sz="1800" kern="1200" dirty="0"/>
            <a:t>Geliştirilen güdüm sisteminin başarısının, istatistiksel test matrisleri ile 3B kinematik uzayda kesin olarak doğrulanması.</a:t>
          </a:r>
        </a:p>
      </dsp:txBody>
      <dsp:txXfrm>
        <a:off x="0" y="4425678"/>
        <a:ext cx="9405008" cy="1020600"/>
      </dsp:txXfrm>
    </dsp:sp>
    <dsp:sp modelId="{48752598-0B52-4B4C-B225-7E7A15822594}">
      <dsp:nvSpPr>
        <dsp:cNvPr id="0" name=""/>
        <dsp:cNvSpPr/>
      </dsp:nvSpPr>
      <dsp:spPr>
        <a:xfrm>
          <a:off x="470250" y="4159998"/>
          <a:ext cx="6583505"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841" tIns="0" rIns="248841" bIns="0" numCol="1" spcCol="1270" anchor="ctr" anchorCtr="0">
          <a:noAutofit/>
        </a:bodyPr>
        <a:lstStyle/>
        <a:p>
          <a:pPr marL="0" lvl="0" indent="0" algn="l" defTabSz="800100">
            <a:lnSpc>
              <a:spcPct val="90000"/>
            </a:lnSpc>
            <a:spcBef>
              <a:spcPct val="0"/>
            </a:spcBef>
            <a:spcAft>
              <a:spcPct val="35000"/>
            </a:spcAft>
            <a:buNone/>
          </a:pPr>
          <a:r>
            <a:rPr lang="tr-TR" sz="1800" b="1" kern="1200" dirty="0"/>
            <a:t>Beklenen Çıktı:</a:t>
          </a:r>
          <a:endParaRPr lang="tr-TR" sz="1800" kern="1200" dirty="0"/>
        </a:p>
      </dsp:txBody>
      <dsp:txXfrm>
        <a:off x="496189" y="4185937"/>
        <a:ext cx="6531627"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24/layout/NumberedLinearArrowProcess">
  <dgm:title val=""/>
  <dgm:desc val=""/>
  <dgm:catLst>
    <dgm:cat type="process" pri="1700"/>
  </dgm:catLst>
  <dgm:sampData>
    <dgm:dataModel>
      <dgm:ptLst>
        <dgm:pt modelId="0" type="doc"/>
        <dgm:pt modelId="1">
          <dgm:prSet phldr="1"/>
        </dgm:pt>
        <dgm:pt modelId="2">
          <dgm:prSet phldr="1"/>
        </dgm:pt>
        <dgm:pt modelId="3">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Lst>
      <dgm:bg/>
      <dgm:whole/>
    </dgm:dataModel>
  </dgm:sampData>
  <dgm:style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linearFlow">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9"/>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1.7"/>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ctrX" for="ch" forName="nodeText" refType="w" fact="0.5"/>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ctrX" for="ch" forName="nodeText" refType="w" fact="0.5"/>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ifMoreThanOneNode">
                  <dgm:choose name="firstNodeDirChoose">
                    <dgm:if name="firstNodeDirNorm" func="var" arg="dir" op="equ" val="norm">
                      <dgm:constrLst>
                        <dgm:constr type="h"/>
                        <dgm:constr type="h" for="ch" forName="lineNode" val="0.002"/>
                        <dgm:constr type="w" for="ch" forName="lineNode" refType="w" fact="0.35"/>
                        <dgm:constr type="l" for="ch" forName="lineNode" refType="w" fact="0.55"/>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firstNodeDirRev">
                      <dgm:constrLst>
                        <dgm:constr type="h"/>
                        <dgm:constr type="h" for="ch" forName="lineNode" val="0.002"/>
                        <dgm:constr type="w" for="ch" forName="lineNode" refType="w" fact="0.35"/>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if>
            <dgm:if name="ifLastNode" axis="self" ptType="node" func="revPos" op="equ" val="1">
              <dgm:choose name="lastNodeDirChoose">
                <dgm:if name="lastNodeDirNorm" func="var" arg="dir" op="equ" val="norm">
                  <dgm:constrLst>
                    <dgm:constr type="h"/>
                    <dgm:constr type="h" for="ch" forName="lineNode" val="0.002"/>
                    <dgm:constr type="w"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lastNodeDirRev">
                  <dgm:constrLst>
                    <dgm:constr type="h"/>
                    <dgm:constr type="h" for="ch" forName="lineNode" val="0.002"/>
                    <dgm:constr type="w" for="ch" forName="lineNode" refType="w" fact="0.5"/>
                    <dgm:constr type="l"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if>
            <dgm:else name="allOtherNodes">
              <dgm:choose name="middleNodeDirChoose">
                <dgm:if name="middleNodeDirNorm" func="var" arg="dir" op="equ" val="norm">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middleNodeDirRev">
                  <dgm:constrLst>
                    <dgm:constr type="h"/>
                    <dgm:constr type="h" for="ch" forName="lineNode" val="0.002"/>
                    <dgm:constr type="w" for="ch" forName="lineNode" refType="w" fact="0.9"/>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layoutNode name="lineNode" styleLbl="alignNode1">
            <dgm:alg type="sp"/>
            <dgm:shape xmlns:r="http://schemas.openxmlformats.org/officeDocument/2006/relationships" type="rect" r:blip="">
              <dgm:adjLst/>
            </dgm:shape>
            <dgm:presOf/>
            <dgm:constrLst/>
            <dgm:ruleLst/>
          </dgm:layoutNode>
          <dgm:layoutNode name="lineArrowNode" styleLbl="alignNode1">
            <dgm:alg type="sp"/>
            <dgm:choose name="arrowDirChoose">
              <dgm:if name="arrowNorm" func="var" arg="dir" op="equ" val="norm">
                <dgm:shape xmlns:r="http://schemas.openxmlformats.org/officeDocument/2006/relationships" type="chevron" r:blip="">
                  <dgm:adjLst>
                    <dgm:adj idx="1" val="0.9"/>
                  </dgm:adjLst>
                </dgm:shape>
              </dgm:if>
              <dgm:else name="arrowRev">
                <dgm:shape xmlns:r="http://schemas.openxmlformats.org/officeDocument/2006/relationships" rot="180" type="chevron" r:blip="">
                  <dgm:adjLst>
                    <dgm:adj idx="1" val="0.9"/>
                  </dgm:adjLst>
                </dgm:shape>
              </dgm:else>
            </dgm:choose>
            <dgm:presOf axis="self" ptType="node"/>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layoutNode name="verticalConnector" styleLbl="alignAccFollowNode1">
              <dgm:alg type="sp"/>
              <dgm:shape xmlns:r="http://schemas.openxmlformats.org/officeDocument/2006/relationships" type="rect" r:blip="">
                <dgm:adjLst/>
              </dgm:shape>
              <dgm:presOf/>
              <dgm:constrLst/>
              <dgm:ruleLst/>
            </dgm:layoutNode>
          </dgm:forEach>
          <dgm:presOf/>
          <dgm:ruleLst/>
        </dgm:layoutNode>
        <dgm:layoutNode name="nodeText" styleLbl="fgAcc1">
          <dgm:varLst>
            <dgm:bulletEnabled val="1"/>
          </dgm:varLst>
          <dgm:alg type="tx">
            <dgm:param type="parTxLTRAlign" val="ctr"/>
            <dgm:param type="parTxRTLAlign" val="r"/>
            <dgm:param type="txAnchorVert" val="t"/>
          </dgm:alg>
          <dgm:shape xmlns:r="http://schemas.openxmlformats.org/officeDocument/2006/relationships" type="roundRect" r:blip="">
            <dgm:adjLst>
              <dgm:adj idx="1" val="0.1"/>
            </dgm:adjLst>
          </dgm:shape>
          <dgm:presOf axis="desOrSelf" ptType="node"/>
          <dgm:constrLst>
            <dgm:constr type="secFontSz" val="16"/>
            <dgm:constr type="primFontSz" val="18"/>
            <dgm:constr type="h"/>
            <dgm:constr type="tMarg" val="13"/>
            <dgm:constr type="lMarg" refType="w" fact="0.05"/>
            <dgm:constr type="rMarg" refType="w" fact="0.05"/>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91AF4A1-653A-4AA7-8583-BAF56323DBBB}" type="datetimeFigureOut">
              <a:rPr lang="tr-TR" smtClean="0"/>
              <a:t>6.06.2026</a:t>
            </a:fld>
            <a:endParaRPr lang="tr-TR"/>
          </a:p>
        </p:txBody>
      </p:sp>
      <p:sp>
        <p:nvSpPr>
          <p:cNvPr id="4" name="Slayt Görüntüsü Yer Tutucusu 3"/>
          <p:cNvSpPr>
            <a:spLocks noGrp="1" noRot="1" noChangeAspect="1"/>
          </p:cNvSpPr>
          <p:nvPr>
            <p:ph type="sldImg" idx="2"/>
          </p:nvPr>
        </p:nvSpPr>
        <p:spPr>
          <a:xfrm>
            <a:off x="1258888" y="1241425"/>
            <a:ext cx="4279900"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9BF57238-D17C-48A8-8EF9-7F5289DD5CA7}" type="slidenum">
              <a:rPr lang="tr-TR" smtClean="0"/>
              <a:t>‹#›</a:t>
            </a:fld>
            <a:endParaRPr lang="tr-TR"/>
          </a:p>
        </p:txBody>
      </p:sp>
    </p:spTree>
    <p:extLst>
      <p:ext uri="{BB962C8B-B14F-4D97-AF65-F5344CB8AC3E}">
        <p14:creationId xmlns:p14="http://schemas.microsoft.com/office/powerpoint/2010/main" val="2269140199"/>
      </p:ext>
    </p:extLst>
  </p:cSld>
  <p:clrMap bg1="lt1" tx1="dk1" bg2="lt2" tx2="dk2" accent1="accent1" accent2="accent2" accent3="accent3" accent4="accent4" accent5="accent5" accent6="accent6" hlink="hlink" folHlink="folHlink"/>
  <p:notesStyle>
    <a:lvl1pPr marL="0" algn="l" defTabSz="1008400" rtl="0" eaLnBrk="1" latinLnBrk="0" hangingPunct="1">
      <a:defRPr sz="1323" kern="1200">
        <a:solidFill>
          <a:schemeClr val="tx1"/>
        </a:solidFill>
        <a:latin typeface="+mn-lt"/>
        <a:ea typeface="+mn-ea"/>
        <a:cs typeface="+mn-cs"/>
      </a:defRPr>
    </a:lvl1pPr>
    <a:lvl2pPr marL="504200" algn="l" defTabSz="1008400" rtl="0" eaLnBrk="1" latinLnBrk="0" hangingPunct="1">
      <a:defRPr sz="1323" kern="1200">
        <a:solidFill>
          <a:schemeClr val="tx1"/>
        </a:solidFill>
        <a:latin typeface="+mn-lt"/>
        <a:ea typeface="+mn-ea"/>
        <a:cs typeface="+mn-cs"/>
      </a:defRPr>
    </a:lvl2pPr>
    <a:lvl3pPr marL="1008400" algn="l" defTabSz="1008400" rtl="0" eaLnBrk="1" latinLnBrk="0" hangingPunct="1">
      <a:defRPr sz="1323" kern="1200">
        <a:solidFill>
          <a:schemeClr val="tx1"/>
        </a:solidFill>
        <a:latin typeface="+mn-lt"/>
        <a:ea typeface="+mn-ea"/>
        <a:cs typeface="+mn-cs"/>
      </a:defRPr>
    </a:lvl3pPr>
    <a:lvl4pPr marL="1512600" algn="l" defTabSz="1008400" rtl="0" eaLnBrk="1" latinLnBrk="0" hangingPunct="1">
      <a:defRPr sz="1323" kern="1200">
        <a:solidFill>
          <a:schemeClr val="tx1"/>
        </a:solidFill>
        <a:latin typeface="+mn-lt"/>
        <a:ea typeface="+mn-ea"/>
        <a:cs typeface="+mn-cs"/>
      </a:defRPr>
    </a:lvl4pPr>
    <a:lvl5pPr marL="2016801" algn="l" defTabSz="1008400" rtl="0" eaLnBrk="1" latinLnBrk="0" hangingPunct="1">
      <a:defRPr sz="1323" kern="1200">
        <a:solidFill>
          <a:schemeClr val="tx1"/>
        </a:solidFill>
        <a:latin typeface="+mn-lt"/>
        <a:ea typeface="+mn-ea"/>
        <a:cs typeface="+mn-cs"/>
      </a:defRPr>
    </a:lvl5pPr>
    <a:lvl6pPr marL="2521001" algn="l" defTabSz="1008400" rtl="0" eaLnBrk="1" latinLnBrk="0" hangingPunct="1">
      <a:defRPr sz="1323" kern="1200">
        <a:solidFill>
          <a:schemeClr val="tx1"/>
        </a:solidFill>
        <a:latin typeface="+mn-lt"/>
        <a:ea typeface="+mn-ea"/>
        <a:cs typeface="+mn-cs"/>
      </a:defRPr>
    </a:lvl6pPr>
    <a:lvl7pPr marL="3025201" algn="l" defTabSz="1008400" rtl="0" eaLnBrk="1" latinLnBrk="0" hangingPunct="1">
      <a:defRPr sz="1323" kern="1200">
        <a:solidFill>
          <a:schemeClr val="tx1"/>
        </a:solidFill>
        <a:latin typeface="+mn-lt"/>
        <a:ea typeface="+mn-ea"/>
        <a:cs typeface="+mn-cs"/>
      </a:defRPr>
    </a:lvl7pPr>
    <a:lvl8pPr marL="3529401" algn="l" defTabSz="1008400" rtl="0" eaLnBrk="1" latinLnBrk="0" hangingPunct="1">
      <a:defRPr sz="1323" kern="1200">
        <a:solidFill>
          <a:schemeClr val="tx1"/>
        </a:solidFill>
        <a:latin typeface="+mn-lt"/>
        <a:ea typeface="+mn-ea"/>
        <a:cs typeface="+mn-cs"/>
      </a:defRPr>
    </a:lvl8pPr>
    <a:lvl9pPr marL="4033601" algn="l" defTabSz="1008400" rtl="0" eaLnBrk="1" latinLnBrk="0" hangingPunct="1">
      <a:defRPr sz="132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BF57238-D17C-48A8-8EF9-7F5289DD5CA7}" type="slidenum">
              <a:rPr lang="tr-TR" smtClean="0"/>
              <a:t>1</a:t>
            </a:fld>
            <a:endParaRPr lang="tr-TR"/>
          </a:p>
        </p:txBody>
      </p:sp>
    </p:spTree>
    <p:extLst>
      <p:ext uri="{BB962C8B-B14F-4D97-AF65-F5344CB8AC3E}">
        <p14:creationId xmlns:p14="http://schemas.microsoft.com/office/powerpoint/2010/main" val="1031402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BF57238-D17C-48A8-8EF9-7F5289DD5CA7}" type="slidenum">
              <a:rPr lang="tr-TR" smtClean="0"/>
              <a:t>2</a:t>
            </a:fld>
            <a:endParaRPr lang="tr-TR"/>
          </a:p>
        </p:txBody>
      </p:sp>
    </p:spTree>
    <p:extLst>
      <p:ext uri="{BB962C8B-B14F-4D97-AF65-F5344CB8AC3E}">
        <p14:creationId xmlns:p14="http://schemas.microsoft.com/office/powerpoint/2010/main" val="3933557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0146E-1235-A330-B134-2F52AD0C1DD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771B001-0BE3-C1ED-C21D-C6D3DDAD979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C4F1ECE-0DA8-B3CE-2041-6BB58EE704E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92F2A435-ABDE-D622-2BB4-0BE4262B7DC6}"/>
              </a:ext>
            </a:extLst>
          </p:cNvPr>
          <p:cNvSpPr>
            <a:spLocks noGrp="1"/>
          </p:cNvSpPr>
          <p:nvPr>
            <p:ph type="sldNum" sz="quarter" idx="5"/>
          </p:nvPr>
        </p:nvSpPr>
        <p:spPr/>
        <p:txBody>
          <a:bodyPr/>
          <a:lstStyle/>
          <a:p>
            <a:fld id="{9BF57238-D17C-48A8-8EF9-7F5289DD5CA7}" type="slidenum">
              <a:rPr lang="tr-TR" smtClean="0"/>
              <a:t>3</a:t>
            </a:fld>
            <a:endParaRPr lang="tr-TR"/>
          </a:p>
        </p:txBody>
      </p:sp>
    </p:spTree>
    <p:extLst>
      <p:ext uri="{BB962C8B-B14F-4D97-AF65-F5344CB8AC3E}">
        <p14:creationId xmlns:p14="http://schemas.microsoft.com/office/powerpoint/2010/main" val="1664149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3E61-04DA-56E3-0073-3C03C4DA802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6DD7050-C210-9D38-1122-DA59B4B8225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F4E12FB-3ED7-10C0-BFFB-73250FFB1FA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43EA5F3-1D79-77A1-139C-150FD89CC9DC}"/>
              </a:ext>
            </a:extLst>
          </p:cNvPr>
          <p:cNvSpPr>
            <a:spLocks noGrp="1"/>
          </p:cNvSpPr>
          <p:nvPr>
            <p:ph type="sldNum" sz="quarter" idx="5"/>
          </p:nvPr>
        </p:nvSpPr>
        <p:spPr/>
        <p:txBody>
          <a:bodyPr/>
          <a:lstStyle/>
          <a:p>
            <a:fld id="{9BF57238-D17C-48A8-8EF9-7F5289DD5CA7}" type="slidenum">
              <a:rPr lang="tr-TR" smtClean="0"/>
              <a:t>4</a:t>
            </a:fld>
            <a:endParaRPr lang="tr-TR"/>
          </a:p>
        </p:txBody>
      </p:sp>
    </p:spTree>
    <p:extLst>
      <p:ext uri="{BB962C8B-B14F-4D97-AF65-F5344CB8AC3E}">
        <p14:creationId xmlns:p14="http://schemas.microsoft.com/office/powerpoint/2010/main" val="366688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AC8B0-DC95-BAB3-9A21-567AE2AA592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94851B2-AB52-62DE-B168-51BC9C95AAC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6B85069-A03E-7AB0-C835-60DD41B2145B}"/>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E166FFBE-E79A-D820-82A8-CA3C8A1B1DF3}"/>
              </a:ext>
            </a:extLst>
          </p:cNvPr>
          <p:cNvSpPr>
            <a:spLocks noGrp="1"/>
          </p:cNvSpPr>
          <p:nvPr>
            <p:ph type="sldNum" sz="quarter" idx="5"/>
          </p:nvPr>
        </p:nvSpPr>
        <p:spPr/>
        <p:txBody>
          <a:bodyPr/>
          <a:lstStyle/>
          <a:p>
            <a:fld id="{9BF57238-D17C-48A8-8EF9-7F5289DD5CA7}" type="slidenum">
              <a:rPr lang="tr-TR" smtClean="0"/>
              <a:t>5</a:t>
            </a:fld>
            <a:endParaRPr lang="tr-TR"/>
          </a:p>
        </p:txBody>
      </p:sp>
    </p:spTree>
    <p:extLst>
      <p:ext uri="{BB962C8B-B14F-4D97-AF65-F5344CB8AC3E}">
        <p14:creationId xmlns:p14="http://schemas.microsoft.com/office/powerpoint/2010/main" val="995840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C0990-1A2E-FA45-BA85-9746542C5DB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C1DE59F-00DF-5838-5662-F5F218AB01E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F6EED87-995E-D235-2BE8-790D7EDA884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61DCE676-AB03-71BF-FCD8-288E1E0FBD5E}"/>
              </a:ext>
            </a:extLst>
          </p:cNvPr>
          <p:cNvSpPr>
            <a:spLocks noGrp="1"/>
          </p:cNvSpPr>
          <p:nvPr>
            <p:ph type="sldNum" sz="quarter" idx="5"/>
          </p:nvPr>
        </p:nvSpPr>
        <p:spPr/>
        <p:txBody>
          <a:bodyPr/>
          <a:lstStyle/>
          <a:p>
            <a:fld id="{9BF57238-D17C-48A8-8EF9-7F5289DD5CA7}" type="slidenum">
              <a:rPr lang="tr-TR" smtClean="0"/>
              <a:t>6</a:t>
            </a:fld>
            <a:endParaRPr lang="tr-TR"/>
          </a:p>
        </p:txBody>
      </p:sp>
    </p:spTree>
    <p:extLst>
      <p:ext uri="{BB962C8B-B14F-4D97-AF65-F5344CB8AC3E}">
        <p14:creationId xmlns:p14="http://schemas.microsoft.com/office/powerpoint/2010/main" val="2725391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61E2D-9F0E-7A02-A0DF-CBEABC0FFC1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CFDA56B-D308-10DF-67F9-B6C3366DF8F7}"/>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1C030E1-B1D7-4D3C-F130-A22515F4F71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33184C1-E615-D5E7-8018-D25C3C0744C2}"/>
              </a:ext>
            </a:extLst>
          </p:cNvPr>
          <p:cNvSpPr>
            <a:spLocks noGrp="1"/>
          </p:cNvSpPr>
          <p:nvPr>
            <p:ph type="sldNum" sz="quarter" idx="5"/>
          </p:nvPr>
        </p:nvSpPr>
        <p:spPr/>
        <p:txBody>
          <a:bodyPr/>
          <a:lstStyle/>
          <a:p>
            <a:fld id="{9BF57238-D17C-48A8-8EF9-7F5289DD5CA7}" type="slidenum">
              <a:rPr lang="tr-TR" smtClean="0"/>
              <a:t>7</a:t>
            </a:fld>
            <a:endParaRPr lang="tr-TR"/>
          </a:p>
        </p:txBody>
      </p:sp>
    </p:spTree>
    <p:extLst>
      <p:ext uri="{BB962C8B-B14F-4D97-AF65-F5344CB8AC3E}">
        <p14:creationId xmlns:p14="http://schemas.microsoft.com/office/powerpoint/2010/main" val="3800156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4F592-04C9-8A74-66A3-6E875B1FF91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9D628FE-2323-3010-96A5-6533A389653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7A7B933-D233-C67F-B7AC-19F74AF4EA8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AEC5D34-8AE4-8653-E13F-377221C66568}"/>
              </a:ext>
            </a:extLst>
          </p:cNvPr>
          <p:cNvSpPr>
            <a:spLocks noGrp="1"/>
          </p:cNvSpPr>
          <p:nvPr>
            <p:ph type="sldNum" sz="quarter" idx="5"/>
          </p:nvPr>
        </p:nvSpPr>
        <p:spPr/>
        <p:txBody>
          <a:bodyPr/>
          <a:lstStyle/>
          <a:p>
            <a:fld id="{9BF57238-D17C-48A8-8EF9-7F5289DD5CA7}" type="slidenum">
              <a:rPr lang="tr-TR" smtClean="0"/>
              <a:t>8</a:t>
            </a:fld>
            <a:endParaRPr lang="tr-TR"/>
          </a:p>
        </p:txBody>
      </p:sp>
    </p:spTree>
    <p:extLst>
      <p:ext uri="{BB962C8B-B14F-4D97-AF65-F5344CB8AC3E}">
        <p14:creationId xmlns:p14="http://schemas.microsoft.com/office/powerpoint/2010/main" val="3828835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54C35-4F95-D7EF-3D16-C25238220C1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C7B036C-E842-7F9E-F607-5C47A2C3182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237B6C5-2610-FEF5-B4AC-279820182F45}"/>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3E3B5FAB-83FC-64FB-A208-3E5CACB11E47}"/>
              </a:ext>
            </a:extLst>
          </p:cNvPr>
          <p:cNvSpPr>
            <a:spLocks noGrp="1"/>
          </p:cNvSpPr>
          <p:nvPr>
            <p:ph type="sldNum" sz="quarter" idx="5"/>
          </p:nvPr>
        </p:nvSpPr>
        <p:spPr/>
        <p:txBody>
          <a:bodyPr/>
          <a:lstStyle/>
          <a:p>
            <a:fld id="{9BF57238-D17C-48A8-8EF9-7F5289DD5CA7}" type="slidenum">
              <a:rPr lang="tr-TR" smtClean="0"/>
              <a:t>9</a:t>
            </a:fld>
            <a:endParaRPr lang="tr-TR"/>
          </a:p>
        </p:txBody>
      </p:sp>
    </p:spTree>
    <p:extLst>
      <p:ext uri="{BB962C8B-B14F-4D97-AF65-F5344CB8AC3E}">
        <p14:creationId xmlns:p14="http://schemas.microsoft.com/office/powerpoint/2010/main" val="3583025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E9D46-C0B3-EAD9-56D3-BF832B5281E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48B70A1-2113-77C9-4823-2756B03EB39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266B263-7227-A9D1-DB9C-A94B684B462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E663B2E0-C64F-E3D9-DF46-A818DFF00897}"/>
              </a:ext>
            </a:extLst>
          </p:cNvPr>
          <p:cNvSpPr>
            <a:spLocks noGrp="1"/>
          </p:cNvSpPr>
          <p:nvPr>
            <p:ph type="sldNum" sz="quarter" idx="5"/>
          </p:nvPr>
        </p:nvSpPr>
        <p:spPr/>
        <p:txBody>
          <a:bodyPr/>
          <a:lstStyle/>
          <a:p>
            <a:fld id="{9BF57238-D17C-48A8-8EF9-7F5289DD5CA7}" type="slidenum">
              <a:rPr lang="tr-TR" smtClean="0"/>
              <a:t>10</a:t>
            </a:fld>
            <a:endParaRPr lang="tr-TR"/>
          </a:p>
        </p:txBody>
      </p:sp>
    </p:spTree>
    <p:extLst>
      <p:ext uri="{BB962C8B-B14F-4D97-AF65-F5344CB8AC3E}">
        <p14:creationId xmlns:p14="http://schemas.microsoft.com/office/powerpoint/2010/main" val="3680020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2B6ED-CE54-C6EE-45CA-AE05E89B04BF}"/>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60D3A77-81A9-356E-8D40-34DED54AFF8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5EDF728-3519-EF90-EC75-56FDCF82CD4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CAED3713-F214-E2B5-5469-D63554372EF1}"/>
              </a:ext>
            </a:extLst>
          </p:cNvPr>
          <p:cNvSpPr>
            <a:spLocks noGrp="1"/>
          </p:cNvSpPr>
          <p:nvPr>
            <p:ph type="sldNum" sz="quarter" idx="5"/>
          </p:nvPr>
        </p:nvSpPr>
        <p:spPr/>
        <p:txBody>
          <a:bodyPr/>
          <a:lstStyle/>
          <a:p>
            <a:fld id="{9BF57238-D17C-48A8-8EF9-7F5289DD5CA7}" type="slidenum">
              <a:rPr lang="tr-TR" smtClean="0"/>
              <a:t>11</a:t>
            </a:fld>
            <a:endParaRPr lang="tr-TR"/>
          </a:p>
        </p:txBody>
      </p:sp>
    </p:spTree>
    <p:extLst>
      <p:ext uri="{BB962C8B-B14F-4D97-AF65-F5344CB8AC3E}">
        <p14:creationId xmlns:p14="http://schemas.microsoft.com/office/powerpoint/2010/main" val="857690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6666-5727-D88E-D264-F9002AB1E24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ABCB395-7102-9F29-B640-EFADF079C96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FDC0AD8-87B5-48BE-0328-24D766ACEC3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D4766FA6-F948-BF9A-1995-7FDCFEFB7970}"/>
              </a:ext>
            </a:extLst>
          </p:cNvPr>
          <p:cNvSpPr>
            <a:spLocks noGrp="1"/>
          </p:cNvSpPr>
          <p:nvPr>
            <p:ph type="sldNum" sz="quarter" idx="5"/>
          </p:nvPr>
        </p:nvSpPr>
        <p:spPr/>
        <p:txBody>
          <a:bodyPr/>
          <a:lstStyle/>
          <a:p>
            <a:fld id="{9BF57238-D17C-48A8-8EF9-7F5289DD5CA7}" type="slidenum">
              <a:rPr lang="tr-TR" smtClean="0"/>
              <a:t>12</a:t>
            </a:fld>
            <a:endParaRPr lang="tr-TR"/>
          </a:p>
        </p:txBody>
      </p:sp>
    </p:spTree>
    <p:extLst>
      <p:ext uri="{BB962C8B-B14F-4D97-AF65-F5344CB8AC3E}">
        <p14:creationId xmlns:p14="http://schemas.microsoft.com/office/powerpoint/2010/main" val="489624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7AA2B-B773-15D5-EFBD-A4E6C2A05BB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BB5F7D6-8870-F978-A279-4D9EF085149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24317EB-4463-D07B-5C34-0B759B164B21}"/>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0B56FB4-1A3C-D9A1-8B45-9BE7A12AB3E8}"/>
              </a:ext>
            </a:extLst>
          </p:cNvPr>
          <p:cNvSpPr>
            <a:spLocks noGrp="1"/>
          </p:cNvSpPr>
          <p:nvPr>
            <p:ph type="sldNum" sz="quarter" idx="5"/>
          </p:nvPr>
        </p:nvSpPr>
        <p:spPr/>
        <p:txBody>
          <a:bodyPr/>
          <a:lstStyle/>
          <a:p>
            <a:fld id="{9BF57238-D17C-48A8-8EF9-7F5289DD5CA7}" type="slidenum">
              <a:rPr lang="tr-TR" smtClean="0"/>
              <a:t>13</a:t>
            </a:fld>
            <a:endParaRPr lang="tr-TR"/>
          </a:p>
        </p:txBody>
      </p:sp>
    </p:spTree>
    <p:extLst>
      <p:ext uri="{BB962C8B-B14F-4D97-AF65-F5344CB8AC3E}">
        <p14:creationId xmlns:p14="http://schemas.microsoft.com/office/powerpoint/2010/main" val="1441481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710" y="3840480"/>
            <a:ext cx="8417401" cy="1932936"/>
          </a:xfrm>
        </p:spPr>
        <p:txBody>
          <a:bodyPr anchor="b"/>
          <a:lstStyle>
            <a:lvl1pPr algn="ctr">
              <a:defRPr sz="6498"/>
            </a:lvl1pPr>
          </a:lstStyle>
          <a:p>
            <a:r>
              <a:rPr lang="en-US"/>
              <a:t>Click to edit Master title style</a:t>
            </a:r>
            <a:endParaRPr lang="en-US" dirty="0"/>
          </a:p>
        </p:txBody>
      </p:sp>
      <p:sp>
        <p:nvSpPr>
          <p:cNvPr id="3" name="Subtitle 2"/>
          <p:cNvSpPr>
            <a:spLocks noGrp="1"/>
          </p:cNvSpPr>
          <p:nvPr>
            <p:ph type="subTitle" idx="1"/>
          </p:nvPr>
        </p:nvSpPr>
        <p:spPr>
          <a:xfrm>
            <a:off x="1237852" y="6071616"/>
            <a:ext cx="7427119" cy="992914"/>
          </a:xfrm>
        </p:spPr>
        <p:txBody>
          <a:bodyPr/>
          <a:lstStyle>
            <a:lvl1pPr marL="0" indent="0" algn="ctr">
              <a:buNone/>
              <a:defRPr sz="2599"/>
            </a:lvl1pPr>
            <a:lvl2pPr marL="495148" indent="0" algn="ctr">
              <a:buNone/>
              <a:defRPr sz="2166"/>
            </a:lvl2pPr>
            <a:lvl3pPr marL="990295" indent="0" algn="ctr">
              <a:buNone/>
              <a:defRPr sz="1949"/>
            </a:lvl3pPr>
            <a:lvl4pPr marL="1485443" indent="0" algn="ctr">
              <a:buNone/>
              <a:defRPr sz="1733"/>
            </a:lvl4pPr>
            <a:lvl5pPr marL="1980590" indent="0" algn="ctr">
              <a:buNone/>
              <a:defRPr sz="1733"/>
            </a:lvl5pPr>
            <a:lvl6pPr marL="2475738" indent="0" algn="ctr">
              <a:buNone/>
              <a:defRPr sz="1733"/>
            </a:lvl6pPr>
            <a:lvl7pPr marL="2970886" indent="0" algn="ctr">
              <a:buNone/>
              <a:defRPr sz="1733"/>
            </a:lvl7pPr>
            <a:lvl8pPr marL="3466033" indent="0" algn="ctr">
              <a:buNone/>
              <a:defRPr sz="1733"/>
            </a:lvl8pPr>
            <a:lvl9pPr marL="3961181" indent="0" algn="ctr">
              <a:buNone/>
              <a:defRPr sz="17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A528F8-5DD0-4801-A2F1-FD37C1DB9D03}" type="datetimeFigureOut">
              <a:rPr lang="tr-TR" smtClean="0"/>
              <a:t>6.06.2026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842725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SLAYT02.pdf">
            <a:extLst>
              <a:ext uri="{FF2B5EF4-FFF2-40B4-BE49-F238E27FC236}">
                <a16:creationId xmlns:a16="http://schemas.microsoft.com/office/drawing/2014/main" id="{322D6BC7-E263-47FD-99A8-78A02B35EA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Title 1"/>
          <p:cNvSpPr>
            <a:spLocks noGrp="1"/>
          </p:cNvSpPr>
          <p:nvPr>
            <p:ph type="title"/>
          </p:nvPr>
        </p:nvSpPr>
        <p:spPr>
          <a:xfrm>
            <a:off x="680819" y="1580083"/>
            <a:ext cx="8541187" cy="1228954"/>
          </a:xfrm>
        </p:spPr>
        <p:txBody>
          <a:bodyPr>
            <a:normAutofit/>
          </a:bodyPr>
          <a:lstStyle>
            <a:lvl1pPr>
              <a:defRPr sz="4200"/>
            </a:lvl1pPr>
          </a:lstStyle>
          <a:p>
            <a:r>
              <a:rPr lang="en-US" dirty="0"/>
              <a:t>Click to edit Master title style</a:t>
            </a:r>
          </a:p>
        </p:txBody>
      </p:sp>
      <p:sp>
        <p:nvSpPr>
          <p:cNvPr id="3" name="Content Placeholder 2"/>
          <p:cNvSpPr>
            <a:spLocks noGrp="1"/>
          </p:cNvSpPr>
          <p:nvPr>
            <p:ph idx="1"/>
          </p:nvPr>
        </p:nvSpPr>
        <p:spPr>
          <a:xfrm>
            <a:off x="680819" y="2955341"/>
            <a:ext cx="8541187" cy="402091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4A528F8-5DD0-4801-A2F1-FD37C1DB9D03}" type="datetimeFigureOut">
              <a:rPr lang="tr-TR" smtClean="0"/>
              <a:t>6.06.2026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3842963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SLAYT02.pdf">
            <a:extLst>
              <a:ext uri="{FF2B5EF4-FFF2-40B4-BE49-F238E27FC236}">
                <a16:creationId xmlns:a16="http://schemas.microsoft.com/office/drawing/2014/main" id="{65089254-135D-4BB2-BA5B-4B025689DD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Title 1"/>
          <p:cNvSpPr>
            <a:spLocks noGrp="1"/>
          </p:cNvSpPr>
          <p:nvPr>
            <p:ph type="title"/>
          </p:nvPr>
        </p:nvSpPr>
        <p:spPr>
          <a:xfrm>
            <a:off x="675662" y="1930977"/>
            <a:ext cx="8541187" cy="3221876"/>
          </a:xfrm>
        </p:spPr>
        <p:txBody>
          <a:bodyPr anchor="b"/>
          <a:lstStyle>
            <a:lvl1pPr>
              <a:defRPr sz="6498"/>
            </a:lvl1pPr>
          </a:lstStyle>
          <a:p>
            <a:r>
              <a:rPr lang="en-US" dirty="0"/>
              <a:t>Click to edit Master title style</a:t>
            </a:r>
          </a:p>
        </p:txBody>
      </p:sp>
      <p:sp>
        <p:nvSpPr>
          <p:cNvPr id="3" name="Text Placeholder 2"/>
          <p:cNvSpPr>
            <a:spLocks noGrp="1"/>
          </p:cNvSpPr>
          <p:nvPr>
            <p:ph type="body" idx="1"/>
          </p:nvPr>
        </p:nvSpPr>
        <p:spPr>
          <a:xfrm>
            <a:off x="675662" y="5183333"/>
            <a:ext cx="8541187" cy="1694309"/>
          </a:xfrm>
        </p:spPr>
        <p:txBody>
          <a:bodyPr/>
          <a:lstStyle>
            <a:lvl1pPr marL="0" indent="0">
              <a:buNone/>
              <a:defRPr sz="2599">
                <a:solidFill>
                  <a:schemeClr val="tx1"/>
                </a:solidFill>
              </a:defRPr>
            </a:lvl1pPr>
            <a:lvl2pPr marL="495148" indent="0">
              <a:buNone/>
              <a:defRPr sz="2166">
                <a:solidFill>
                  <a:schemeClr val="tx1">
                    <a:tint val="75000"/>
                  </a:schemeClr>
                </a:solidFill>
              </a:defRPr>
            </a:lvl2pPr>
            <a:lvl3pPr marL="990295" indent="0">
              <a:buNone/>
              <a:defRPr sz="1949">
                <a:solidFill>
                  <a:schemeClr val="tx1">
                    <a:tint val="75000"/>
                  </a:schemeClr>
                </a:solidFill>
              </a:defRPr>
            </a:lvl3pPr>
            <a:lvl4pPr marL="1485443" indent="0">
              <a:buNone/>
              <a:defRPr sz="1733">
                <a:solidFill>
                  <a:schemeClr val="tx1">
                    <a:tint val="75000"/>
                  </a:schemeClr>
                </a:solidFill>
              </a:defRPr>
            </a:lvl4pPr>
            <a:lvl5pPr marL="1980590" indent="0">
              <a:buNone/>
              <a:defRPr sz="1733">
                <a:solidFill>
                  <a:schemeClr val="tx1">
                    <a:tint val="75000"/>
                  </a:schemeClr>
                </a:solidFill>
              </a:defRPr>
            </a:lvl5pPr>
            <a:lvl6pPr marL="2475738" indent="0">
              <a:buNone/>
              <a:defRPr sz="1733">
                <a:solidFill>
                  <a:schemeClr val="tx1">
                    <a:tint val="75000"/>
                  </a:schemeClr>
                </a:solidFill>
              </a:defRPr>
            </a:lvl6pPr>
            <a:lvl7pPr marL="2970886" indent="0">
              <a:buNone/>
              <a:defRPr sz="1733">
                <a:solidFill>
                  <a:schemeClr val="tx1">
                    <a:tint val="75000"/>
                  </a:schemeClr>
                </a:solidFill>
              </a:defRPr>
            </a:lvl7pPr>
            <a:lvl8pPr marL="3466033" indent="0">
              <a:buNone/>
              <a:defRPr sz="1733">
                <a:solidFill>
                  <a:schemeClr val="tx1">
                    <a:tint val="75000"/>
                  </a:schemeClr>
                </a:solidFill>
              </a:defRPr>
            </a:lvl8pPr>
            <a:lvl9pPr marL="3961181" indent="0">
              <a:buNone/>
              <a:defRPr sz="173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4A528F8-5DD0-4801-A2F1-FD37C1DB9D03}" type="datetimeFigureOut">
              <a:rPr lang="tr-TR" smtClean="0"/>
              <a:t>6.06.2026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3169880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SLAYT02.pdf">
            <a:extLst>
              <a:ext uri="{FF2B5EF4-FFF2-40B4-BE49-F238E27FC236}">
                <a16:creationId xmlns:a16="http://schemas.microsoft.com/office/drawing/2014/main" id="{98873282-3977-4AC5-B084-A6C68374EF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Title 1"/>
          <p:cNvSpPr>
            <a:spLocks noGrp="1"/>
          </p:cNvSpPr>
          <p:nvPr>
            <p:ph type="title"/>
          </p:nvPr>
        </p:nvSpPr>
        <p:spPr>
          <a:xfrm>
            <a:off x="680819" y="1594714"/>
            <a:ext cx="8541187" cy="1158025"/>
          </a:xfrm>
        </p:spPr>
        <p:txBody>
          <a:bodyPr>
            <a:normAutofit/>
          </a:bodyPr>
          <a:lstStyle>
            <a:lvl1pPr>
              <a:defRPr sz="4200"/>
            </a:lvl1pPr>
          </a:lstStyle>
          <a:p>
            <a:r>
              <a:rPr lang="en-US" dirty="0"/>
              <a:t>Click to edit Master title style</a:t>
            </a:r>
          </a:p>
        </p:txBody>
      </p:sp>
      <p:sp>
        <p:nvSpPr>
          <p:cNvPr id="3" name="Content Placeholder 2"/>
          <p:cNvSpPr>
            <a:spLocks noGrp="1"/>
          </p:cNvSpPr>
          <p:nvPr>
            <p:ph sz="half" idx="1"/>
          </p:nvPr>
        </p:nvSpPr>
        <p:spPr>
          <a:xfrm>
            <a:off x="680819" y="2955341"/>
            <a:ext cx="4208701" cy="402091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13305" y="2955341"/>
            <a:ext cx="4208701" cy="402091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A528F8-5DD0-4801-A2F1-FD37C1DB9D03}" type="datetimeFigureOut">
              <a:rPr lang="tr-TR" smtClean="0"/>
              <a:t>6.06.2026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953383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SLAYT02.pdf">
            <a:extLst>
              <a:ext uri="{FF2B5EF4-FFF2-40B4-BE49-F238E27FC236}">
                <a16:creationId xmlns:a16="http://schemas.microsoft.com/office/drawing/2014/main" id="{170776C9-EAB6-4B8B-B50B-AB60C08323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Title 1"/>
          <p:cNvSpPr>
            <a:spLocks noGrp="1"/>
          </p:cNvSpPr>
          <p:nvPr>
            <p:ph type="title"/>
          </p:nvPr>
        </p:nvSpPr>
        <p:spPr>
          <a:xfrm>
            <a:off x="682109" y="1587397"/>
            <a:ext cx="8541187" cy="1126541"/>
          </a:xfrm>
        </p:spPr>
        <p:txBody>
          <a:bodyPr>
            <a:normAutofit/>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682110" y="2955340"/>
            <a:ext cx="4189358" cy="907085"/>
          </a:xfrm>
        </p:spPr>
        <p:txBody>
          <a:bodyPr anchor="b"/>
          <a:lstStyle>
            <a:lvl1pPr marL="0" indent="0">
              <a:buNone/>
              <a:defRPr sz="2599" b="1"/>
            </a:lvl1pPr>
            <a:lvl2pPr marL="495148" indent="0">
              <a:buNone/>
              <a:defRPr sz="2166" b="1"/>
            </a:lvl2pPr>
            <a:lvl3pPr marL="990295" indent="0">
              <a:buNone/>
              <a:defRPr sz="1949" b="1"/>
            </a:lvl3pPr>
            <a:lvl4pPr marL="1485443" indent="0">
              <a:buNone/>
              <a:defRPr sz="1733" b="1"/>
            </a:lvl4pPr>
            <a:lvl5pPr marL="1980590" indent="0">
              <a:buNone/>
              <a:defRPr sz="1733" b="1"/>
            </a:lvl5pPr>
            <a:lvl6pPr marL="2475738" indent="0">
              <a:buNone/>
              <a:defRPr sz="1733" b="1"/>
            </a:lvl6pPr>
            <a:lvl7pPr marL="2970886" indent="0">
              <a:buNone/>
              <a:defRPr sz="1733" b="1"/>
            </a:lvl7pPr>
            <a:lvl8pPr marL="3466033" indent="0">
              <a:buNone/>
              <a:defRPr sz="1733" b="1"/>
            </a:lvl8pPr>
            <a:lvl9pPr marL="3961181" indent="0">
              <a:buNone/>
              <a:defRPr sz="1733" b="1"/>
            </a:lvl9pPr>
          </a:lstStyle>
          <a:p>
            <a:pPr lvl="0"/>
            <a:r>
              <a:rPr lang="en-US"/>
              <a:t>Edit Master text styles</a:t>
            </a:r>
          </a:p>
        </p:txBody>
      </p:sp>
      <p:sp>
        <p:nvSpPr>
          <p:cNvPr id="4" name="Content Placeholder 3"/>
          <p:cNvSpPr>
            <a:spLocks noGrp="1"/>
          </p:cNvSpPr>
          <p:nvPr>
            <p:ph sz="half" idx="2"/>
          </p:nvPr>
        </p:nvSpPr>
        <p:spPr>
          <a:xfrm>
            <a:off x="682110" y="3862426"/>
            <a:ext cx="4189358" cy="31281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3306" y="2955340"/>
            <a:ext cx="4209990" cy="907085"/>
          </a:xfrm>
        </p:spPr>
        <p:txBody>
          <a:bodyPr anchor="b"/>
          <a:lstStyle>
            <a:lvl1pPr marL="0" indent="0">
              <a:buNone/>
              <a:defRPr sz="2599" b="1"/>
            </a:lvl1pPr>
            <a:lvl2pPr marL="495148" indent="0">
              <a:buNone/>
              <a:defRPr sz="2166" b="1"/>
            </a:lvl2pPr>
            <a:lvl3pPr marL="990295" indent="0">
              <a:buNone/>
              <a:defRPr sz="1949" b="1"/>
            </a:lvl3pPr>
            <a:lvl4pPr marL="1485443" indent="0">
              <a:buNone/>
              <a:defRPr sz="1733" b="1"/>
            </a:lvl4pPr>
            <a:lvl5pPr marL="1980590" indent="0">
              <a:buNone/>
              <a:defRPr sz="1733" b="1"/>
            </a:lvl5pPr>
            <a:lvl6pPr marL="2475738" indent="0">
              <a:buNone/>
              <a:defRPr sz="1733" b="1"/>
            </a:lvl6pPr>
            <a:lvl7pPr marL="2970886" indent="0">
              <a:buNone/>
              <a:defRPr sz="1733" b="1"/>
            </a:lvl7pPr>
            <a:lvl8pPr marL="3466033" indent="0">
              <a:buNone/>
              <a:defRPr sz="1733" b="1"/>
            </a:lvl8pPr>
            <a:lvl9pPr marL="3961181" indent="0">
              <a:buNone/>
              <a:defRPr sz="1733" b="1"/>
            </a:lvl9pPr>
          </a:lstStyle>
          <a:p>
            <a:pPr lvl="0"/>
            <a:r>
              <a:rPr lang="en-US"/>
              <a:t>Edit Master text styles</a:t>
            </a:r>
          </a:p>
        </p:txBody>
      </p:sp>
      <p:sp>
        <p:nvSpPr>
          <p:cNvPr id="6" name="Content Placeholder 5"/>
          <p:cNvSpPr>
            <a:spLocks noGrp="1"/>
          </p:cNvSpPr>
          <p:nvPr>
            <p:ph sz="quarter" idx="4"/>
          </p:nvPr>
        </p:nvSpPr>
        <p:spPr>
          <a:xfrm>
            <a:off x="5013306" y="3862426"/>
            <a:ext cx="4209990" cy="31281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A528F8-5DD0-4801-A2F1-FD37C1DB9D03}" type="datetimeFigureOut">
              <a:rPr lang="tr-TR" smtClean="0"/>
              <a:t>6.06.2026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1956972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SLAYT02.pdf">
            <a:extLst>
              <a:ext uri="{FF2B5EF4-FFF2-40B4-BE49-F238E27FC236}">
                <a16:creationId xmlns:a16="http://schemas.microsoft.com/office/drawing/2014/main" id="{8EC1DA2F-69C7-497A-B481-5F4CF67CB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Title 1"/>
          <p:cNvSpPr>
            <a:spLocks noGrp="1"/>
          </p:cNvSpPr>
          <p:nvPr>
            <p:ph type="title"/>
          </p:nvPr>
        </p:nvSpPr>
        <p:spPr>
          <a:xfrm>
            <a:off x="680819" y="1580083"/>
            <a:ext cx="8541187" cy="1155802"/>
          </a:xfrm>
        </p:spPr>
        <p:txBody>
          <a:bodyPr>
            <a:normAutofit/>
          </a:bodyPr>
          <a:lstStyle>
            <a:lvl1pPr>
              <a:defRPr sz="4200"/>
            </a:lvl1pPr>
          </a:lstStyle>
          <a:p>
            <a:r>
              <a:rPr lang="en-US" dirty="0"/>
              <a:t>Click to edit Master title style</a:t>
            </a:r>
          </a:p>
        </p:txBody>
      </p:sp>
      <p:sp>
        <p:nvSpPr>
          <p:cNvPr id="3" name="Date Placeholder 2"/>
          <p:cNvSpPr>
            <a:spLocks noGrp="1"/>
          </p:cNvSpPr>
          <p:nvPr>
            <p:ph type="dt" sz="half" idx="10"/>
          </p:nvPr>
        </p:nvSpPr>
        <p:spPr/>
        <p:txBody>
          <a:bodyPr/>
          <a:lstStyle/>
          <a:p>
            <a:fld id="{64A528F8-5DD0-4801-A2F1-FD37C1DB9D03}" type="datetimeFigureOut">
              <a:rPr lang="tr-TR" smtClean="0"/>
              <a:t>6.06.2026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3553182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SLAYT02.pdf">
            <a:extLst>
              <a:ext uri="{FF2B5EF4-FFF2-40B4-BE49-F238E27FC236}">
                <a16:creationId xmlns:a16="http://schemas.microsoft.com/office/drawing/2014/main" id="{469E7855-CBE8-4864-8653-7E37DADA5E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Date Placeholder 1"/>
          <p:cNvSpPr>
            <a:spLocks noGrp="1"/>
          </p:cNvSpPr>
          <p:nvPr>
            <p:ph type="dt" sz="half" idx="10"/>
          </p:nvPr>
        </p:nvSpPr>
        <p:spPr/>
        <p:txBody>
          <a:bodyPr/>
          <a:lstStyle/>
          <a:p>
            <a:fld id="{64A528F8-5DD0-4801-A2F1-FD37C1DB9D03}" type="datetimeFigureOut">
              <a:rPr lang="tr-TR" smtClean="0"/>
              <a:t>6.06.2026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60914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SLAYT02.pdf">
            <a:extLst>
              <a:ext uri="{FF2B5EF4-FFF2-40B4-BE49-F238E27FC236}">
                <a16:creationId xmlns:a16="http://schemas.microsoft.com/office/drawing/2014/main" id="{0FD9D7B5-C05D-4230-9FCA-8C34E4C406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Title 1"/>
          <p:cNvSpPr>
            <a:spLocks noGrp="1"/>
          </p:cNvSpPr>
          <p:nvPr>
            <p:ph type="title"/>
          </p:nvPr>
        </p:nvSpPr>
        <p:spPr>
          <a:xfrm>
            <a:off x="682109" y="1594714"/>
            <a:ext cx="3193919" cy="2048256"/>
          </a:xfrm>
        </p:spPr>
        <p:txBody>
          <a:bodyPr anchor="b"/>
          <a:lstStyle>
            <a:lvl1pPr>
              <a:defRPr sz="3466"/>
            </a:lvl1pPr>
          </a:lstStyle>
          <a:p>
            <a:r>
              <a:rPr lang="en-US" dirty="0"/>
              <a:t>Click to edit Master title style</a:t>
            </a:r>
          </a:p>
        </p:txBody>
      </p:sp>
      <p:sp>
        <p:nvSpPr>
          <p:cNvPr id="3" name="Content Placeholder 2"/>
          <p:cNvSpPr>
            <a:spLocks noGrp="1"/>
          </p:cNvSpPr>
          <p:nvPr>
            <p:ph idx="1"/>
          </p:nvPr>
        </p:nvSpPr>
        <p:spPr>
          <a:xfrm>
            <a:off x="4209991" y="2494482"/>
            <a:ext cx="5013305" cy="4124979"/>
          </a:xfrm>
        </p:spPr>
        <p:txBody>
          <a:bodyPr/>
          <a:lstStyle>
            <a:lvl1pPr>
              <a:defRPr sz="3466"/>
            </a:lvl1pPr>
            <a:lvl2pPr>
              <a:defRPr sz="3032"/>
            </a:lvl2pPr>
            <a:lvl3pPr>
              <a:defRPr sz="2599"/>
            </a:lvl3pPr>
            <a:lvl4pPr>
              <a:defRPr sz="2166"/>
            </a:lvl4pPr>
            <a:lvl5pPr>
              <a:defRPr sz="2166"/>
            </a:lvl5pPr>
            <a:lvl6pPr>
              <a:defRPr sz="2166"/>
            </a:lvl6pPr>
            <a:lvl7pPr>
              <a:defRPr sz="2166"/>
            </a:lvl7pPr>
            <a:lvl8pPr>
              <a:defRPr sz="2166"/>
            </a:lvl8pPr>
            <a:lvl9pPr>
              <a:defRPr sz="2166"/>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109" y="3642970"/>
            <a:ext cx="3193919" cy="2985455"/>
          </a:xfrm>
        </p:spPr>
        <p:txBody>
          <a:bodyPr/>
          <a:lstStyle>
            <a:lvl1pPr marL="0" indent="0">
              <a:buNone/>
              <a:defRPr sz="1733"/>
            </a:lvl1pPr>
            <a:lvl2pPr marL="495148" indent="0">
              <a:buNone/>
              <a:defRPr sz="1516"/>
            </a:lvl2pPr>
            <a:lvl3pPr marL="990295" indent="0">
              <a:buNone/>
              <a:defRPr sz="1300"/>
            </a:lvl3pPr>
            <a:lvl4pPr marL="1485443" indent="0">
              <a:buNone/>
              <a:defRPr sz="1083"/>
            </a:lvl4pPr>
            <a:lvl5pPr marL="1980590" indent="0">
              <a:buNone/>
              <a:defRPr sz="1083"/>
            </a:lvl5pPr>
            <a:lvl6pPr marL="2475738" indent="0">
              <a:buNone/>
              <a:defRPr sz="1083"/>
            </a:lvl6pPr>
            <a:lvl7pPr marL="2970886" indent="0">
              <a:buNone/>
              <a:defRPr sz="1083"/>
            </a:lvl7pPr>
            <a:lvl8pPr marL="3466033" indent="0">
              <a:buNone/>
              <a:defRPr sz="1083"/>
            </a:lvl8pPr>
            <a:lvl9pPr marL="3961181" indent="0">
              <a:buNone/>
              <a:defRPr sz="1083"/>
            </a:lvl9pPr>
          </a:lstStyle>
          <a:p>
            <a:pPr lvl="0"/>
            <a:r>
              <a:rPr lang="en-US"/>
              <a:t>Edit Master text styles</a:t>
            </a:r>
          </a:p>
        </p:txBody>
      </p:sp>
      <p:sp>
        <p:nvSpPr>
          <p:cNvPr id="5" name="Date Placeholder 4"/>
          <p:cNvSpPr>
            <a:spLocks noGrp="1"/>
          </p:cNvSpPr>
          <p:nvPr>
            <p:ph type="dt" sz="half" idx="10"/>
          </p:nvPr>
        </p:nvSpPr>
        <p:spPr/>
        <p:txBody>
          <a:bodyPr/>
          <a:lstStyle/>
          <a:p>
            <a:fld id="{64A528F8-5DD0-4801-A2F1-FD37C1DB9D03}" type="datetimeFigureOut">
              <a:rPr lang="tr-TR" smtClean="0"/>
              <a:t>6.06.2026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2242668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SLAYT02.pdf">
            <a:extLst>
              <a:ext uri="{FF2B5EF4-FFF2-40B4-BE49-F238E27FC236}">
                <a16:creationId xmlns:a16="http://schemas.microsoft.com/office/drawing/2014/main" id="{C1CA0E0D-F810-474E-86D7-22068191C8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Title 1"/>
          <p:cNvSpPr>
            <a:spLocks noGrp="1"/>
          </p:cNvSpPr>
          <p:nvPr>
            <p:ph type="title"/>
          </p:nvPr>
        </p:nvSpPr>
        <p:spPr>
          <a:xfrm>
            <a:off x="682109" y="1587399"/>
            <a:ext cx="3193919" cy="1836116"/>
          </a:xfrm>
        </p:spPr>
        <p:txBody>
          <a:bodyPr anchor="b"/>
          <a:lstStyle>
            <a:lvl1pPr>
              <a:defRPr sz="3466"/>
            </a:lvl1pPr>
          </a:lstStyle>
          <a:p>
            <a:r>
              <a:rPr lang="en-US"/>
              <a:t>Click to edit Master title style</a:t>
            </a:r>
            <a:endParaRPr lang="en-US" dirty="0"/>
          </a:p>
        </p:txBody>
      </p:sp>
      <p:sp>
        <p:nvSpPr>
          <p:cNvPr id="3" name="Picture Placeholder 2"/>
          <p:cNvSpPr>
            <a:spLocks noGrp="1" noChangeAspect="1"/>
          </p:cNvSpPr>
          <p:nvPr>
            <p:ph type="pic" idx="1"/>
          </p:nvPr>
        </p:nvSpPr>
        <p:spPr>
          <a:xfrm>
            <a:off x="4209991" y="2955341"/>
            <a:ext cx="5013305" cy="3664120"/>
          </a:xfrm>
        </p:spPr>
        <p:txBody>
          <a:bodyPr anchor="t"/>
          <a:lstStyle>
            <a:lvl1pPr marL="0" indent="0">
              <a:buNone/>
              <a:defRPr sz="3466"/>
            </a:lvl1pPr>
            <a:lvl2pPr marL="495148" indent="0">
              <a:buNone/>
              <a:defRPr sz="3032"/>
            </a:lvl2pPr>
            <a:lvl3pPr marL="990295" indent="0">
              <a:buNone/>
              <a:defRPr sz="2599"/>
            </a:lvl3pPr>
            <a:lvl4pPr marL="1485443" indent="0">
              <a:buNone/>
              <a:defRPr sz="2166"/>
            </a:lvl4pPr>
            <a:lvl5pPr marL="1980590" indent="0">
              <a:buNone/>
              <a:defRPr sz="2166"/>
            </a:lvl5pPr>
            <a:lvl6pPr marL="2475738" indent="0">
              <a:buNone/>
              <a:defRPr sz="2166"/>
            </a:lvl6pPr>
            <a:lvl7pPr marL="2970886" indent="0">
              <a:buNone/>
              <a:defRPr sz="2166"/>
            </a:lvl7pPr>
            <a:lvl8pPr marL="3466033" indent="0">
              <a:buNone/>
              <a:defRPr sz="2166"/>
            </a:lvl8pPr>
            <a:lvl9pPr marL="3961181" indent="0">
              <a:buNone/>
              <a:defRPr sz="2166"/>
            </a:lvl9pPr>
          </a:lstStyle>
          <a:p>
            <a:r>
              <a:rPr lang="en-US"/>
              <a:t>Click icon to add picture</a:t>
            </a:r>
            <a:endParaRPr lang="en-US" dirty="0"/>
          </a:p>
        </p:txBody>
      </p:sp>
      <p:sp>
        <p:nvSpPr>
          <p:cNvPr id="4" name="Text Placeholder 3"/>
          <p:cNvSpPr>
            <a:spLocks noGrp="1"/>
          </p:cNvSpPr>
          <p:nvPr>
            <p:ph type="body" sz="half" idx="2"/>
          </p:nvPr>
        </p:nvSpPr>
        <p:spPr>
          <a:xfrm>
            <a:off x="682109" y="3423514"/>
            <a:ext cx="3193919" cy="3204911"/>
          </a:xfrm>
        </p:spPr>
        <p:txBody>
          <a:bodyPr/>
          <a:lstStyle>
            <a:lvl1pPr marL="0" indent="0">
              <a:buNone/>
              <a:defRPr sz="1733"/>
            </a:lvl1pPr>
            <a:lvl2pPr marL="495148" indent="0">
              <a:buNone/>
              <a:defRPr sz="1516"/>
            </a:lvl2pPr>
            <a:lvl3pPr marL="990295" indent="0">
              <a:buNone/>
              <a:defRPr sz="1300"/>
            </a:lvl3pPr>
            <a:lvl4pPr marL="1485443" indent="0">
              <a:buNone/>
              <a:defRPr sz="1083"/>
            </a:lvl4pPr>
            <a:lvl5pPr marL="1980590" indent="0">
              <a:buNone/>
              <a:defRPr sz="1083"/>
            </a:lvl5pPr>
            <a:lvl6pPr marL="2475738" indent="0">
              <a:buNone/>
              <a:defRPr sz="1083"/>
            </a:lvl6pPr>
            <a:lvl7pPr marL="2970886" indent="0">
              <a:buNone/>
              <a:defRPr sz="1083"/>
            </a:lvl7pPr>
            <a:lvl8pPr marL="3466033" indent="0">
              <a:buNone/>
              <a:defRPr sz="1083"/>
            </a:lvl8pPr>
            <a:lvl9pPr marL="3961181" indent="0">
              <a:buNone/>
              <a:defRPr sz="1083"/>
            </a:lvl9pPr>
          </a:lstStyle>
          <a:p>
            <a:pPr lvl="0"/>
            <a:r>
              <a:rPr lang="en-US"/>
              <a:t>Edit Master text styles</a:t>
            </a:r>
          </a:p>
        </p:txBody>
      </p:sp>
      <p:sp>
        <p:nvSpPr>
          <p:cNvPr id="5" name="Date Placeholder 4"/>
          <p:cNvSpPr>
            <a:spLocks noGrp="1"/>
          </p:cNvSpPr>
          <p:nvPr>
            <p:ph type="dt" sz="half" idx="10"/>
          </p:nvPr>
        </p:nvSpPr>
        <p:spPr/>
        <p:txBody>
          <a:bodyPr/>
          <a:lstStyle/>
          <a:p>
            <a:fld id="{64A528F8-5DD0-4801-A2F1-FD37C1DB9D03}" type="datetimeFigureOut">
              <a:rPr lang="tr-TR" smtClean="0"/>
              <a:t>6.06.2026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1851242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SLAYT02.pdf">
            <a:extLst>
              <a:ext uri="{FF2B5EF4-FFF2-40B4-BE49-F238E27FC236}">
                <a16:creationId xmlns:a16="http://schemas.microsoft.com/office/drawing/2014/main" id="{9420B530-A184-46AD-B2C9-9A7D7495CE6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Title 1"/>
          <p:cNvSpPr>
            <a:spLocks noGrp="1"/>
          </p:cNvSpPr>
          <p:nvPr>
            <p:ph type="title"/>
          </p:nvPr>
        </p:nvSpPr>
        <p:spPr>
          <a:xfrm>
            <a:off x="680819" y="1572768"/>
            <a:ext cx="8541187" cy="1148485"/>
          </a:xfrm>
        </p:spPr>
        <p:txBody>
          <a:bodyPr>
            <a:normAutofit/>
          </a:bodyPr>
          <a:lstStyle>
            <a:lvl1pPr>
              <a:defRPr sz="4200"/>
            </a:lvl1pPr>
          </a:lstStyle>
          <a:p>
            <a:r>
              <a:rPr lang="en-US" dirty="0"/>
              <a:t>Click to edit Master title style</a:t>
            </a:r>
          </a:p>
        </p:txBody>
      </p:sp>
      <p:sp>
        <p:nvSpPr>
          <p:cNvPr id="3" name="Vertical Text Placeholder 2"/>
          <p:cNvSpPr>
            <a:spLocks noGrp="1"/>
          </p:cNvSpPr>
          <p:nvPr>
            <p:ph type="body" orient="vert" idx="1"/>
          </p:nvPr>
        </p:nvSpPr>
        <p:spPr>
          <a:xfrm>
            <a:off x="680819" y="2977286"/>
            <a:ext cx="8541187" cy="399896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A528F8-5DD0-4801-A2F1-FD37C1DB9D03}" type="datetimeFigureOut">
              <a:rPr lang="tr-TR" smtClean="0"/>
              <a:t>6.06.2026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358269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descr="SLAYT02.pdf">
            <a:extLst>
              <a:ext uri="{FF2B5EF4-FFF2-40B4-BE49-F238E27FC236}">
                <a16:creationId xmlns:a16="http://schemas.microsoft.com/office/drawing/2014/main" id="{082B3803-C5EB-43BD-9ECF-7A104F3B93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7731821"/>
          </a:xfrm>
          <a:prstGeom prst="rect">
            <a:avLst/>
          </a:prstGeom>
        </p:spPr>
      </p:pic>
      <p:sp>
        <p:nvSpPr>
          <p:cNvPr id="2" name="Vertical Title 1"/>
          <p:cNvSpPr>
            <a:spLocks noGrp="1"/>
          </p:cNvSpPr>
          <p:nvPr>
            <p:ph type="title" orient="vert"/>
          </p:nvPr>
        </p:nvSpPr>
        <p:spPr>
          <a:xfrm>
            <a:off x="7086710" y="1594714"/>
            <a:ext cx="2135297" cy="538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820" y="1594714"/>
            <a:ext cx="6282105" cy="538153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A528F8-5DD0-4801-A2F1-FD37C1DB9D03}" type="datetimeFigureOut">
              <a:rPr lang="tr-TR" smtClean="0"/>
              <a:t>6.06.2026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B3005D6-4D38-4680-87CF-A5104127B339}" type="slidenum">
              <a:rPr lang="tr-TR" smtClean="0"/>
              <a:t>‹#›</a:t>
            </a:fld>
            <a:endParaRPr lang="tr-TR"/>
          </a:p>
        </p:txBody>
      </p:sp>
    </p:spTree>
    <p:extLst>
      <p:ext uri="{BB962C8B-B14F-4D97-AF65-F5344CB8AC3E}">
        <p14:creationId xmlns:p14="http://schemas.microsoft.com/office/powerpoint/2010/main" val="1156941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0819" y="412373"/>
            <a:ext cx="8541187" cy="14970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819" y="2061858"/>
            <a:ext cx="8541187" cy="491439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0819" y="7178852"/>
            <a:ext cx="2228136" cy="412372"/>
          </a:xfrm>
          <a:prstGeom prst="rect">
            <a:avLst/>
          </a:prstGeom>
        </p:spPr>
        <p:txBody>
          <a:bodyPr vert="horz" lIns="91440" tIns="45720" rIns="91440" bIns="45720" rtlCol="0" anchor="ctr"/>
          <a:lstStyle>
            <a:lvl1pPr algn="l">
              <a:defRPr sz="1300">
                <a:solidFill>
                  <a:schemeClr val="tx1">
                    <a:tint val="75000"/>
                  </a:schemeClr>
                </a:solidFill>
              </a:defRPr>
            </a:lvl1pPr>
          </a:lstStyle>
          <a:p>
            <a:fld id="{FEA13966-D5C0-EE4F-A8EA-62A5D2F33733}" type="datetimeFigureOut">
              <a:rPr lang="en-US" smtClean="0"/>
              <a:t>6/6/2026</a:t>
            </a:fld>
            <a:endParaRPr lang="en-US"/>
          </a:p>
        </p:txBody>
      </p:sp>
      <p:sp>
        <p:nvSpPr>
          <p:cNvPr id="5" name="Footer Placeholder 4"/>
          <p:cNvSpPr>
            <a:spLocks noGrp="1"/>
          </p:cNvSpPr>
          <p:nvPr>
            <p:ph type="ftr" sz="quarter" idx="3"/>
          </p:nvPr>
        </p:nvSpPr>
        <p:spPr>
          <a:xfrm>
            <a:off x="3280311" y="7178852"/>
            <a:ext cx="3342203" cy="412372"/>
          </a:xfrm>
          <a:prstGeom prst="rect">
            <a:avLst/>
          </a:prstGeom>
        </p:spPr>
        <p:txBody>
          <a:bodyPr vert="horz" lIns="91440" tIns="45720" rIns="91440" bIns="45720"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3870" y="7178852"/>
            <a:ext cx="2228136" cy="412372"/>
          </a:xfrm>
          <a:prstGeom prst="rect">
            <a:avLst/>
          </a:prstGeom>
        </p:spPr>
        <p:txBody>
          <a:bodyPr vert="horz" lIns="91440" tIns="45720" rIns="91440" bIns="45720" rtlCol="0" anchor="ctr"/>
          <a:lstStyle>
            <a:lvl1pPr algn="r">
              <a:defRPr sz="1300">
                <a:solidFill>
                  <a:schemeClr val="tx1">
                    <a:tint val="75000"/>
                  </a:schemeClr>
                </a:solidFill>
              </a:defRPr>
            </a:lvl1pPr>
          </a:lstStyle>
          <a:p>
            <a:fld id="{0730640D-858F-9243-9CB1-649F5F212DF7}" type="slidenum">
              <a:rPr lang="en-US" smtClean="0"/>
              <a:t>‹#›</a:t>
            </a:fld>
            <a:endParaRPr lang="en-US"/>
          </a:p>
        </p:txBody>
      </p:sp>
    </p:spTree>
    <p:extLst>
      <p:ext uri="{BB962C8B-B14F-4D97-AF65-F5344CB8AC3E}">
        <p14:creationId xmlns:p14="http://schemas.microsoft.com/office/powerpoint/2010/main" val="66027925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90295" rtl="0" eaLnBrk="1" latinLnBrk="0" hangingPunct="1">
        <a:lnSpc>
          <a:spcPct val="90000"/>
        </a:lnSpc>
        <a:spcBef>
          <a:spcPct val="0"/>
        </a:spcBef>
        <a:buNone/>
        <a:defRPr sz="4765" kern="1200">
          <a:solidFill>
            <a:schemeClr val="tx1"/>
          </a:solidFill>
          <a:latin typeface="+mj-lt"/>
          <a:ea typeface="+mj-ea"/>
          <a:cs typeface="+mj-cs"/>
        </a:defRPr>
      </a:lvl1pPr>
    </p:titleStyle>
    <p:bodyStyle>
      <a:lvl1pPr marL="247574" indent="-247574" algn="l" defTabSz="990295" rtl="0" eaLnBrk="1" latinLnBrk="0" hangingPunct="1">
        <a:lnSpc>
          <a:spcPct val="90000"/>
        </a:lnSpc>
        <a:spcBef>
          <a:spcPts val="1083"/>
        </a:spcBef>
        <a:buFont typeface="Arial" panose="020B0604020202020204" pitchFamily="34" charset="0"/>
        <a:buChar char="•"/>
        <a:defRPr sz="3032" kern="1200">
          <a:solidFill>
            <a:schemeClr val="tx1"/>
          </a:solidFill>
          <a:latin typeface="+mn-lt"/>
          <a:ea typeface="+mn-ea"/>
          <a:cs typeface="+mn-cs"/>
        </a:defRPr>
      </a:lvl1pPr>
      <a:lvl2pPr marL="742721" indent="-247574" algn="l" defTabSz="990295" rtl="0" eaLnBrk="1" latinLnBrk="0" hangingPunct="1">
        <a:lnSpc>
          <a:spcPct val="90000"/>
        </a:lnSpc>
        <a:spcBef>
          <a:spcPts val="542"/>
        </a:spcBef>
        <a:buFont typeface="Arial" panose="020B0604020202020204" pitchFamily="34" charset="0"/>
        <a:buChar char="•"/>
        <a:defRPr sz="2599" kern="1200">
          <a:solidFill>
            <a:schemeClr val="tx1"/>
          </a:solidFill>
          <a:latin typeface="+mn-lt"/>
          <a:ea typeface="+mn-ea"/>
          <a:cs typeface="+mn-cs"/>
        </a:defRPr>
      </a:lvl2pPr>
      <a:lvl3pPr marL="1237869" indent="-247574" algn="l" defTabSz="990295" rtl="0" eaLnBrk="1" latinLnBrk="0" hangingPunct="1">
        <a:lnSpc>
          <a:spcPct val="90000"/>
        </a:lnSpc>
        <a:spcBef>
          <a:spcPts val="542"/>
        </a:spcBef>
        <a:buFont typeface="Arial" panose="020B0604020202020204" pitchFamily="34" charset="0"/>
        <a:buChar char="•"/>
        <a:defRPr sz="2166" kern="1200">
          <a:solidFill>
            <a:schemeClr val="tx1"/>
          </a:solidFill>
          <a:latin typeface="+mn-lt"/>
          <a:ea typeface="+mn-ea"/>
          <a:cs typeface="+mn-cs"/>
        </a:defRPr>
      </a:lvl3pPr>
      <a:lvl4pPr marL="1733017"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4pPr>
      <a:lvl5pPr marL="2228164"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5pPr>
      <a:lvl6pPr marL="2723312"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6pPr>
      <a:lvl7pPr marL="3218459"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7pPr>
      <a:lvl8pPr marL="3713607"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8pPr>
      <a:lvl9pPr marL="4208755"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9pPr>
    </p:bodyStyle>
    <p:otherStyle>
      <a:defPPr>
        <a:defRPr lang="en-US"/>
      </a:defPPr>
      <a:lvl1pPr marL="0" algn="l" defTabSz="990295" rtl="0" eaLnBrk="1" latinLnBrk="0" hangingPunct="1">
        <a:defRPr sz="1949" kern="1200">
          <a:solidFill>
            <a:schemeClr val="tx1"/>
          </a:solidFill>
          <a:latin typeface="+mn-lt"/>
          <a:ea typeface="+mn-ea"/>
          <a:cs typeface="+mn-cs"/>
        </a:defRPr>
      </a:lvl1pPr>
      <a:lvl2pPr marL="495148" algn="l" defTabSz="990295" rtl="0" eaLnBrk="1" latinLnBrk="0" hangingPunct="1">
        <a:defRPr sz="1949" kern="1200">
          <a:solidFill>
            <a:schemeClr val="tx1"/>
          </a:solidFill>
          <a:latin typeface="+mn-lt"/>
          <a:ea typeface="+mn-ea"/>
          <a:cs typeface="+mn-cs"/>
        </a:defRPr>
      </a:lvl2pPr>
      <a:lvl3pPr marL="990295" algn="l" defTabSz="990295" rtl="0" eaLnBrk="1" latinLnBrk="0" hangingPunct="1">
        <a:defRPr sz="1949" kern="1200">
          <a:solidFill>
            <a:schemeClr val="tx1"/>
          </a:solidFill>
          <a:latin typeface="+mn-lt"/>
          <a:ea typeface="+mn-ea"/>
          <a:cs typeface="+mn-cs"/>
        </a:defRPr>
      </a:lvl3pPr>
      <a:lvl4pPr marL="1485443" algn="l" defTabSz="990295" rtl="0" eaLnBrk="1" latinLnBrk="0" hangingPunct="1">
        <a:defRPr sz="1949" kern="1200">
          <a:solidFill>
            <a:schemeClr val="tx1"/>
          </a:solidFill>
          <a:latin typeface="+mn-lt"/>
          <a:ea typeface="+mn-ea"/>
          <a:cs typeface="+mn-cs"/>
        </a:defRPr>
      </a:lvl4pPr>
      <a:lvl5pPr marL="1980590" algn="l" defTabSz="990295" rtl="0" eaLnBrk="1" latinLnBrk="0" hangingPunct="1">
        <a:defRPr sz="1949" kern="1200">
          <a:solidFill>
            <a:schemeClr val="tx1"/>
          </a:solidFill>
          <a:latin typeface="+mn-lt"/>
          <a:ea typeface="+mn-ea"/>
          <a:cs typeface="+mn-cs"/>
        </a:defRPr>
      </a:lvl5pPr>
      <a:lvl6pPr marL="2475738" algn="l" defTabSz="990295" rtl="0" eaLnBrk="1" latinLnBrk="0" hangingPunct="1">
        <a:defRPr sz="1949" kern="1200">
          <a:solidFill>
            <a:schemeClr val="tx1"/>
          </a:solidFill>
          <a:latin typeface="+mn-lt"/>
          <a:ea typeface="+mn-ea"/>
          <a:cs typeface="+mn-cs"/>
        </a:defRPr>
      </a:lvl6pPr>
      <a:lvl7pPr marL="2970886" algn="l" defTabSz="990295" rtl="0" eaLnBrk="1" latinLnBrk="0" hangingPunct="1">
        <a:defRPr sz="1949" kern="1200">
          <a:solidFill>
            <a:schemeClr val="tx1"/>
          </a:solidFill>
          <a:latin typeface="+mn-lt"/>
          <a:ea typeface="+mn-ea"/>
          <a:cs typeface="+mn-cs"/>
        </a:defRPr>
      </a:lvl7pPr>
      <a:lvl8pPr marL="3466033" algn="l" defTabSz="990295" rtl="0" eaLnBrk="1" latinLnBrk="0" hangingPunct="1">
        <a:defRPr sz="1949" kern="1200">
          <a:solidFill>
            <a:schemeClr val="tx1"/>
          </a:solidFill>
          <a:latin typeface="+mn-lt"/>
          <a:ea typeface="+mn-ea"/>
          <a:cs typeface="+mn-cs"/>
        </a:defRPr>
      </a:lvl8pPr>
      <a:lvl9pPr marL="3961181" algn="l" defTabSz="990295" rtl="0" eaLnBrk="1" latinLnBrk="0" hangingPunct="1">
        <a:defRPr sz="19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media" Target="../media/media2.mp4"/><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8" Type="http://schemas.openxmlformats.org/officeDocument/2006/relationships/hyperlink" Target="https://doi.org/10.1007/s40747-021-00577-6" TargetMode="External"/><Relationship Id="rId13" Type="http://schemas.openxmlformats.org/officeDocument/2006/relationships/hyperlink" Target="https://doi.org/10.1007/s10462-023-10620-2" TargetMode="External"/><Relationship Id="rId3" Type="http://schemas.openxmlformats.org/officeDocument/2006/relationships/hyperlink" Target="https://doi.org/10.23919/CCC52363.2021.9549596" TargetMode="External"/><Relationship Id="rId7" Type="http://schemas.openxmlformats.org/officeDocument/2006/relationships/hyperlink" Target="https://doi.org/10.2514/1.G007715" TargetMode="External"/><Relationship Id="rId12" Type="http://schemas.openxmlformats.org/officeDocument/2006/relationships/hyperlink" Target="https://doi.org/10.23919/CCC63176.2024.10661814"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doi.org/10.1109/FASTA65681.2025.11138944" TargetMode="External"/><Relationship Id="rId11" Type="http://schemas.openxmlformats.org/officeDocument/2006/relationships/hyperlink" Target="https://doi.org/10.1109/GNCC42960.2018.9019209" TargetMode="External"/><Relationship Id="rId5" Type="http://schemas.openxmlformats.org/officeDocument/2006/relationships/hyperlink" Target="https://doi.org/10.1109/CAC67268.2025.11487415" TargetMode="External"/><Relationship Id="rId10" Type="http://schemas.openxmlformats.org/officeDocument/2006/relationships/hyperlink" Target="https://doi.org/10.1109/TAES.2016.150415" TargetMode="External"/><Relationship Id="rId4" Type="http://schemas.openxmlformats.org/officeDocument/2006/relationships/hyperlink" Target="https://www.google.com/search?q=https://doi.org/10.3390/aerospace10110954" TargetMode="External"/><Relationship Id="rId9" Type="http://schemas.openxmlformats.org/officeDocument/2006/relationships/hyperlink" Target="https://doi.org/10.1109/ACCESS.2020.3017480"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pic>
        <p:nvPicPr>
          <p:cNvPr id="6" name="Picture 5" descr="GAZI_UNIVERSITESI_PP_SUNUM.jpe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974"/>
            <a:ext cx="9902825" cy="7739439"/>
          </a:xfrm>
          <a:prstGeom prst="rect">
            <a:avLst/>
          </a:prstGeom>
        </p:spPr>
      </p:pic>
      <p:sp>
        <p:nvSpPr>
          <p:cNvPr id="5" name="Title 1">
            <a:extLst>
              <a:ext uri="{FF2B5EF4-FFF2-40B4-BE49-F238E27FC236}">
                <a16:creationId xmlns:a16="http://schemas.microsoft.com/office/drawing/2014/main" id="{7B4A8C18-7BF1-49D6-BDBB-2517748D20AF}"/>
              </a:ext>
            </a:extLst>
          </p:cNvPr>
          <p:cNvSpPr>
            <a:spLocks noGrp="1"/>
          </p:cNvSpPr>
          <p:nvPr>
            <p:ph type="ctrTitle"/>
          </p:nvPr>
        </p:nvSpPr>
        <p:spPr>
          <a:xfrm>
            <a:off x="0" y="4416363"/>
            <a:ext cx="10010069" cy="2029592"/>
          </a:xfrm>
        </p:spPr>
        <p:txBody>
          <a:bodyPr anchor="t">
            <a:noAutofit/>
          </a:bodyPr>
          <a:lstStyle/>
          <a:p>
            <a:pPr>
              <a:lnSpc>
                <a:spcPct val="150000"/>
              </a:lnSpc>
            </a:pPr>
            <a:r>
              <a:rPr lang="tr-TR" sz="1500" b="1" dirty="0">
                <a:solidFill>
                  <a:schemeClr val="tx2">
                    <a:lumMod val="50000"/>
                  </a:schemeClr>
                </a:solidFill>
                <a:latin typeface="HelveticaNeueLT Std Blk"/>
                <a:cs typeface="HelveticaNeueLT Std Blk"/>
              </a:rPr>
              <a:t>Gazi Üniversitesi Fen Bilimleri Enstitüsü Bilgisayar Mühendisliği Anabilim Dalı</a:t>
            </a:r>
            <a:br>
              <a:rPr lang="tr-TR" sz="1500" b="1" dirty="0">
                <a:solidFill>
                  <a:schemeClr val="tx2">
                    <a:lumMod val="50000"/>
                  </a:schemeClr>
                </a:solidFill>
                <a:latin typeface="HelveticaNeueLT Std Blk"/>
                <a:cs typeface="HelveticaNeueLT Std Blk"/>
              </a:rPr>
            </a:br>
            <a:r>
              <a:rPr lang="tr-TR" sz="1500" b="1" dirty="0">
                <a:solidFill>
                  <a:schemeClr val="tx2">
                    <a:lumMod val="50000"/>
                  </a:schemeClr>
                </a:solidFill>
                <a:latin typeface="HelveticaNeueLT Std Blk"/>
                <a:cs typeface="HelveticaNeueLT Std Blk"/>
              </a:rPr>
              <a:t>Yüksek Lisans Seminer Sunumu</a:t>
            </a:r>
            <a:br>
              <a:rPr lang="tr-TR" sz="1500" b="1" dirty="0">
                <a:solidFill>
                  <a:schemeClr val="tx2">
                    <a:lumMod val="50000"/>
                  </a:schemeClr>
                </a:solidFill>
                <a:latin typeface="HelveticaNeueLT Std Blk"/>
                <a:cs typeface="HelveticaNeueLT Std Blk"/>
              </a:rPr>
            </a:br>
            <a:r>
              <a:rPr lang="tr-TR" sz="1500" b="1" dirty="0">
                <a:solidFill>
                  <a:schemeClr val="tx2">
                    <a:lumMod val="50000"/>
                  </a:schemeClr>
                </a:solidFill>
                <a:latin typeface="HelveticaNeueLT Std Blk"/>
                <a:cs typeface="HelveticaNeueLT Std Blk"/>
              </a:rPr>
              <a:t>Hazırlayan: Burak DOĞAN – 25833301010</a:t>
            </a:r>
            <a:br>
              <a:rPr lang="tr-TR" sz="1500" b="1" dirty="0">
                <a:solidFill>
                  <a:schemeClr val="tx2">
                    <a:lumMod val="50000"/>
                  </a:schemeClr>
                </a:solidFill>
                <a:latin typeface="HelveticaNeueLT Std Blk"/>
                <a:cs typeface="HelveticaNeueLT Std Blk"/>
              </a:rPr>
            </a:br>
            <a:r>
              <a:rPr lang="tr-TR" sz="1500" b="1" dirty="0">
                <a:solidFill>
                  <a:schemeClr val="tx2">
                    <a:lumMod val="50000"/>
                  </a:schemeClr>
                </a:solidFill>
                <a:latin typeface="HelveticaNeueLT Std Blk"/>
                <a:cs typeface="HelveticaNeueLT Std Blk"/>
              </a:rPr>
              <a:t>Danışman: Prof. Dr. Hüseyin POLAT</a:t>
            </a:r>
            <a:br>
              <a:rPr lang="tr-TR" sz="1500" b="1" dirty="0">
                <a:solidFill>
                  <a:schemeClr val="tx2">
                    <a:lumMod val="50000"/>
                  </a:schemeClr>
                </a:solidFill>
                <a:latin typeface="HelveticaNeueLT Std Blk"/>
                <a:cs typeface="HelveticaNeueLT Std Blk"/>
              </a:rPr>
            </a:br>
            <a:r>
              <a:rPr lang="tr-TR" sz="1500" b="1" dirty="0">
                <a:solidFill>
                  <a:schemeClr val="tx2">
                    <a:lumMod val="50000"/>
                  </a:schemeClr>
                </a:solidFill>
                <a:latin typeface="HelveticaNeueLT Std Blk"/>
                <a:cs typeface="HelveticaNeueLT Std Blk"/>
              </a:rPr>
              <a:t>ANKARA, 2026</a:t>
            </a:r>
            <a:br>
              <a:rPr lang="tr-TR" sz="1500" b="1" dirty="0">
                <a:solidFill>
                  <a:schemeClr val="tx2">
                    <a:lumMod val="50000"/>
                  </a:schemeClr>
                </a:solidFill>
                <a:latin typeface="HelveticaNeueLT Std Blk"/>
                <a:cs typeface="HelveticaNeueLT Std Blk"/>
              </a:rPr>
            </a:br>
            <a:endParaRPr lang="en-US" sz="1500" b="1" dirty="0">
              <a:solidFill>
                <a:schemeClr val="tx2">
                  <a:lumMod val="50000"/>
                </a:schemeClr>
              </a:solidFill>
              <a:latin typeface="HelveticaNeueLT Std Blk"/>
              <a:cs typeface="HelveticaNeueLT Std Blk"/>
            </a:endParaRPr>
          </a:p>
        </p:txBody>
      </p:sp>
      <p:sp>
        <p:nvSpPr>
          <p:cNvPr id="2" name="Title 1">
            <a:extLst>
              <a:ext uri="{FF2B5EF4-FFF2-40B4-BE49-F238E27FC236}">
                <a16:creationId xmlns:a16="http://schemas.microsoft.com/office/drawing/2014/main" id="{392F3D05-558C-E950-E698-E3499FF35525}"/>
              </a:ext>
            </a:extLst>
          </p:cNvPr>
          <p:cNvSpPr txBox="1">
            <a:spLocks/>
          </p:cNvSpPr>
          <p:nvPr/>
        </p:nvSpPr>
        <p:spPr>
          <a:xfrm>
            <a:off x="1" y="791100"/>
            <a:ext cx="9902824" cy="1403135"/>
          </a:xfrm>
          <a:prstGeom prst="rect">
            <a:avLst/>
          </a:prstGeom>
        </p:spPr>
        <p:txBody>
          <a:bodyPr vert="horz" lIns="91440" tIns="45720" rIns="91440" bIns="45720" rtlCol="0" anchor="t">
            <a:noAutofit/>
          </a:bodyPr>
          <a:lstStyle>
            <a:lvl1pPr algn="ctr" defTabSz="990295" rtl="0" eaLnBrk="1" latinLnBrk="0" hangingPunct="1">
              <a:lnSpc>
                <a:spcPct val="90000"/>
              </a:lnSpc>
              <a:spcBef>
                <a:spcPct val="0"/>
              </a:spcBef>
              <a:buNone/>
              <a:defRPr sz="6498" kern="1200">
                <a:solidFill>
                  <a:schemeClr val="tx1"/>
                </a:solidFill>
                <a:latin typeface="+mj-lt"/>
                <a:ea typeface="+mj-ea"/>
                <a:cs typeface="+mj-cs"/>
              </a:defRPr>
            </a:lvl1pPr>
          </a:lstStyle>
          <a:p>
            <a:pPr>
              <a:lnSpc>
                <a:spcPts val="4500"/>
              </a:lnSpc>
            </a:pPr>
            <a:r>
              <a:rPr lang="tr-TR" sz="2400" dirty="0">
                <a:solidFill>
                  <a:schemeClr val="bg1"/>
                </a:solidFill>
                <a:latin typeface="HelveticaNeueLT Std Blk"/>
              </a:rPr>
              <a:t>DERİN PEKİŞTİRMELİ ÖĞRENME TABANLI VE DARBE AÇISI KISITLI TERMİNAL GÜDÜM SİSTEMİ TASARIMI</a:t>
            </a:r>
            <a:endParaRPr lang="en-US" sz="1800" b="1" dirty="0">
              <a:solidFill>
                <a:schemeClr val="bg1"/>
              </a:solidFill>
              <a:latin typeface="HelveticaNeueLT Std Blk"/>
              <a:cs typeface="HelveticaNeueLT Std Blk"/>
            </a:endParaRPr>
          </a:p>
        </p:txBody>
      </p:sp>
    </p:spTree>
    <p:extLst>
      <p:ext uri="{BB962C8B-B14F-4D97-AF65-F5344CB8AC3E}">
        <p14:creationId xmlns:p14="http://schemas.microsoft.com/office/powerpoint/2010/main" val="2818409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C9714-6FED-C5B5-8D8F-A44BCA94237A}"/>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A7074A42-1F0F-D4AE-E333-AD685DDFE8B7}"/>
              </a:ext>
            </a:extLst>
          </p:cNvPr>
          <p:cNvSpPr>
            <a:spLocks noGrp="1"/>
          </p:cNvSpPr>
          <p:nvPr>
            <p:ph type="title"/>
          </p:nvPr>
        </p:nvSpPr>
        <p:spPr>
          <a:xfrm>
            <a:off x="185093" y="1127659"/>
            <a:ext cx="2662436" cy="420871"/>
          </a:xfrm>
        </p:spPr>
        <p:txBody>
          <a:bodyPr>
            <a:normAutofit fontScale="90000"/>
          </a:bodyPr>
          <a:lstStyle/>
          <a:p>
            <a:pPr lvl="1" algn="l" defTabSz="990295" rtl="0">
              <a:lnSpc>
                <a:spcPct val="90000"/>
              </a:lnSpc>
              <a:spcBef>
                <a:spcPts val="1083"/>
              </a:spcBef>
            </a:pPr>
            <a:r>
              <a:rPr lang="tr-TR" sz="2800" b="1" dirty="0">
                <a:solidFill>
                  <a:schemeClr val="tx1"/>
                </a:solidFill>
                <a:latin typeface="+mn-lt"/>
              </a:rPr>
              <a:t>Problemin Tanımı</a:t>
            </a:r>
            <a:endParaRPr lang="tr-TR" sz="2800" b="1" kern="1200" dirty="0">
              <a:solidFill>
                <a:schemeClr val="tx1"/>
              </a:solidFill>
              <a:latin typeface="+mn-lt"/>
              <a:ea typeface="+mn-ea"/>
              <a:cs typeface="+mn-cs"/>
            </a:endParaRPr>
          </a:p>
        </p:txBody>
      </p:sp>
      <p:sp>
        <p:nvSpPr>
          <p:cNvPr id="13" name="İçerik Yer Tutucusu 2">
            <a:extLst>
              <a:ext uri="{FF2B5EF4-FFF2-40B4-BE49-F238E27FC236}">
                <a16:creationId xmlns:a16="http://schemas.microsoft.com/office/drawing/2014/main" id="{4E00B5E7-0A5D-629C-6380-BC4FD560986E}"/>
              </a:ext>
            </a:extLst>
          </p:cNvPr>
          <p:cNvSpPr>
            <a:spLocks noGrp="1"/>
          </p:cNvSpPr>
          <p:nvPr>
            <p:ph idx="1"/>
          </p:nvPr>
        </p:nvSpPr>
        <p:spPr>
          <a:xfrm>
            <a:off x="185093" y="1705320"/>
            <a:ext cx="9185669" cy="972532"/>
          </a:xfrm>
        </p:spPr>
        <p:txBody>
          <a:bodyPr>
            <a:normAutofit/>
          </a:bodyPr>
          <a:lstStyle/>
          <a:p>
            <a:pPr marL="342900" lvl="1" indent="-342900" algn="just">
              <a:spcBef>
                <a:spcPts val="1083"/>
              </a:spcBef>
              <a:buFont typeface="Wingdings" panose="05000000000000000000" pitchFamily="2" charset="2"/>
              <a:buChar char="Ø"/>
            </a:pPr>
            <a:r>
              <a:rPr lang="tr-TR" sz="1600" dirty="0"/>
              <a:t>Bu çalışma; mühimmatların ara safha güdüm sonrasında hedefi imha etmek üzere kilitlendiği terminal aşamada, zorlu çevresel koşullara rağmen hedef üzerinde oluşacak hasarı maksimize ederken ıskalama mesafesini minimize etmek amacıyla, sistemin önceden belirlenen bir darbe açısıyla hedefi kararlı bir şekilde vurabilmesi problemine odaklanmaktadır.</a:t>
            </a:r>
          </a:p>
        </p:txBody>
      </p:sp>
      <p:sp>
        <p:nvSpPr>
          <p:cNvPr id="3" name="İçerik Yer Tutucusu 2">
            <a:extLst>
              <a:ext uri="{FF2B5EF4-FFF2-40B4-BE49-F238E27FC236}">
                <a16:creationId xmlns:a16="http://schemas.microsoft.com/office/drawing/2014/main" id="{2F03B089-122B-4DCC-DBE8-B46E81FD6BEC}"/>
              </a:ext>
            </a:extLst>
          </p:cNvPr>
          <p:cNvSpPr txBox="1">
            <a:spLocks/>
          </p:cNvSpPr>
          <p:nvPr/>
        </p:nvSpPr>
        <p:spPr>
          <a:xfrm>
            <a:off x="0" y="7453074"/>
            <a:ext cx="6366934" cy="292339"/>
          </a:xfrm>
          <a:prstGeom prst="rect">
            <a:avLst/>
          </a:prstGeom>
        </p:spPr>
        <p:txBody>
          <a:bodyPr vert="horz" lIns="91440" tIns="45720" rIns="91440" bIns="45720" rtlCol="0">
            <a:normAutofit fontScale="92500" lnSpcReduction="10000"/>
          </a:bodyPr>
          <a:lstStyle>
            <a:lvl1pPr marL="247574" indent="-247574" algn="l" defTabSz="990295" rtl="0" eaLnBrk="1" latinLnBrk="0" hangingPunct="1">
              <a:lnSpc>
                <a:spcPct val="90000"/>
              </a:lnSpc>
              <a:spcBef>
                <a:spcPts val="1083"/>
              </a:spcBef>
              <a:buFont typeface="Arial" panose="020B0604020202020204" pitchFamily="34" charset="0"/>
              <a:buChar char="•"/>
              <a:defRPr sz="3032" kern="1200">
                <a:solidFill>
                  <a:schemeClr val="tx1"/>
                </a:solidFill>
                <a:latin typeface="+mn-lt"/>
                <a:ea typeface="+mn-ea"/>
                <a:cs typeface="+mn-cs"/>
              </a:defRPr>
            </a:lvl1pPr>
            <a:lvl2pPr marL="742721" indent="-247574" algn="l" defTabSz="990295" rtl="0" eaLnBrk="1" latinLnBrk="0" hangingPunct="1">
              <a:lnSpc>
                <a:spcPct val="90000"/>
              </a:lnSpc>
              <a:spcBef>
                <a:spcPts val="542"/>
              </a:spcBef>
              <a:buFont typeface="Arial" panose="020B0604020202020204" pitchFamily="34" charset="0"/>
              <a:buChar char="•"/>
              <a:defRPr sz="2599" kern="1200">
                <a:solidFill>
                  <a:schemeClr val="tx1"/>
                </a:solidFill>
                <a:latin typeface="+mn-lt"/>
                <a:ea typeface="+mn-ea"/>
                <a:cs typeface="+mn-cs"/>
              </a:defRPr>
            </a:lvl2pPr>
            <a:lvl3pPr marL="1237869" indent="-247574" algn="l" defTabSz="990295" rtl="0" eaLnBrk="1" latinLnBrk="0" hangingPunct="1">
              <a:lnSpc>
                <a:spcPct val="90000"/>
              </a:lnSpc>
              <a:spcBef>
                <a:spcPts val="542"/>
              </a:spcBef>
              <a:buFont typeface="Arial" panose="020B0604020202020204" pitchFamily="34" charset="0"/>
              <a:buChar char="•"/>
              <a:defRPr sz="2166" kern="1200">
                <a:solidFill>
                  <a:schemeClr val="tx1"/>
                </a:solidFill>
                <a:latin typeface="+mn-lt"/>
                <a:ea typeface="+mn-ea"/>
                <a:cs typeface="+mn-cs"/>
              </a:defRPr>
            </a:lvl3pPr>
            <a:lvl4pPr marL="1733017"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4pPr>
            <a:lvl5pPr marL="2228164"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5pPr>
            <a:lvl6pPr marL="2723312"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6pPr>
            <a:lvl7pPr marL="3218459"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7pPr>
            <a:lvl8pPr marL="3713607"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8pPr>
            <a:lvl9pPr marL="4208755" indent="-247574" algn="l" defTabSz="990295" rtl="0" eaLnBrk="1" latinLnBrk="0" hangingPunct="1">
              <a:lnSpc>
                <a:spcPct val="90000"/>
              </a:lnSpc>
              <a:spcBef>
                <a:spcPts val="542"/>
              </a:spcBef>
              <a:buFont typeface="Arial" panose="020B0604020202020204" pitchFamily="34" charset="0"/>
              <a:buChar char="•"/>
              <a:defRPr sz="1949" kern="1200">
                <a:solidFill>
                  <a:schemeClr val="tx1"/>
                </a:solidFill>
                <a:latin typeface="+mn-lt"/>
                <a:ea typeface="+mn-ea"/>
                <a:cs typeface="+mn-cs"/>
              </a:defRPr>
            </a:lvl9pPr>
          </a:lstStyle>
          <a:p>
            <a:pPr marL="0" lvl="1" indent="0" algn="ctr">
              <a:spcBef>
                <a:spcPts val="1083"/>
              </a:spcBef>
              <a:buNone/>
            </a:pPr>
            <a:r>
              <a:rPr lang="tr-TR" sz="1600" b="1" dirty="0"/>
              <a:t>Şekil 1.</a:t>
            </a:r>
            <a:r>
              <a:rPr lang="tr-TR" sz="1600" dirty="0"/>
              <a:t> Güdüm sistemi evreleri ve taktik uçuş aşamaları (</a:t>
            </a:r>
            <a:r>
              <a:rPr lang="tr-TR" sz="1600" dirty="0" err="1"/>
              <a:t>Palumbo</a:t>
            </a:r>
            <a:r>
              <a:rPr lang="tr-TR" sz="1600" dirty="0"/>
              <a:t>, 2010).</a:t>
            </a:r>
          </a:p>
        </p:txBody>
      </p:sp>
      <p:pic>
        <p:nvPicPr>
          <p:cNvPr id="5" name="Picture 2" descr="Figure 2 from Guest Editor's Introduction: Homing Missile Guidance and  Control | Semantic Scholar">
            <a:extLst>
              <a:ext uri="{FF2B5EF4-FFF2-40B4-BE49-F238E27FC236}">
                <a16:creationId xmlns:a16="http://schemas.microsoft.com/office/drawing/2014/main" id="{BFD84544-50CA-CA3C-4C1B-2F3EA6040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859" y="2774563"/>
            <a:ext cx="9185668" cy="4654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179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2C174-4CDA-57C9-1C14-923381C0C489}"/>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4291FC12-CFC7-F7CB-AA41-4F94FE80C359}"/>
              </a:ext>
            </a:extLst>
          </p:cNvPr>
          <p:cNvSpPr>
            <a:spLocks noGrp="1"/>
          </p:cNvSpPr>
          <p:nvPr>
            <p:ph type="title"/>
          </p:nvPr>
        </p:nvSpPr>
        <p:spPr>
          <a:xfrm>
            <a:off x="125920" y="1330243"/>
            <a:ext cx="9650983" cy="420871"/>
          </a:xfrm>
        </p:spPr>
        <p:txBody>
          <a:bodyPr>
            <a:noAutofit/>
          </a:bodyPr>
          <a:lstStyle/>
          <a:p>
            <a:pPr lvl="1" algn="l" defTabSz="990295" rtl="0">
              <a:lnSpc>
                <a:spcPct val="90000"/>
              </a:lnSpc>
              <a:spcBef>
                <a:spcPts val="1083"/>
              </a:spcBef>
            </a:pPr>
            <a:r>
              <a:rPr lang="tr-TR" sz="2600" b="1" dirty="0">
                <a:solidFill>
                  <a:schemeClr val="tx1"/>
                </a:solidFill>
                <a:latin typeface="+mn-lt"/>
              </a:rPr>
              <a:t>Problemin Önemi</a:t>
            </a:r>
            <a:endParaRPr lang="tr-TR" sz="2600" b="1" kern="1200" dirty="0">
              <a:solidFill>
                <a:schemeClr val="tx1"/>
              </a:solidFill>
              <a:latin typeface="+mn-lt"/>
              <a:ea typeface="+mn-ea"/>
              <a:cs typeface="+mn-cs"/>
            </a:endParaRPr>
          </a:p>
        </p:txBody>
      </p:sp>
      <p:sp>
        <p:nvSpPr>
          <p:cNvPr id="6" name="Google Shape;137;p5">
            <a:extLst>
              <a:ext uri="{FF2B5EF4-FFF2-40B4-BE49-F238E27FC236}">
                <a16:creationId xmlns:a16="http://schemas.microsoft.com/office/drawing/2014/main" id="{2EB734ED-7951-7DDC-D93B-D3467018E06A}"/>
              </a:ext>
            </a:extLst>
          </p:cNvPr>
          <p:cNvSpPr/>
          <p:nvPr/>
        </p:nvSpPr>
        <p:spPr>
          <a:xfrm>
            <a:off x="184749" y="7314566"/>
            <a:ext cx="11592475" cy="430847"/>
          </a:xfrm>
          <a:prstGeom prst="rect">
            <a:avLst/>
          </a:prstGeom>
          <a:noFill/>
          <a:ln>
            <a:noFill/>
          </a:ln>
        </p:spPr>
        <p:txBody>
          <a:bodyPr spcFirstLastPara="1" wrap="square" lIns="91425" tIns="45700" rIns="91425" bIns="45700" anchor="t" anchorCtr="0">
            <a:spAutoFit/>
          </a:bodyPr>
          <a:lstStyle/>
          <a:p>
            <a:r>
              <a:rPr lang="tr-TR" sz="1100" dirty="0">
                <a:solidFill>
                  <a:schemeClr val="dk1"/>
                </a:solidFill>
                <a:latin typeface="Arial" panose="020B0604020202020204" pitchFamily="34" charset="0"/>
                <a:ea typeface="Roboto"/>
                <a:cs typeface="Arial" panose="020B0604020202020204" pitchFamily="34" charset="0"/>
                <a:sym typeface="Roboto"/>
              </a:rPr>
              <a:t>Kaynak: Youtube (https://www.youtube.com/watch?v=W9ZLdOX0HHs) &amp; </a:t>
            </a:r>
          </a:p>
          <a:p>
            <a:r>
              <a:rPr lang="tr-TR" sz="1100" dirty="0" err="1">
                <a:solidFill>
                  <a:schemeClr val="dk1"/>
                </a:solidFill>
                <a:latin typeface="Arial" panose="020B0604020202020204" pitchFamily="34" charset="0"/>
                <a:ea typeface="Roboto"/>
                <a:cs typeface="Arial" panose="020B0604020202020204" pitchFamily="34" charset="0"/>
                <a:sym typeface="Roboto"/>
              </a:rPr>
              <a:t>Reddit</a:t>
            </a:r>
            <a:r>
              <a:rPr lang="tr-TR" sz="1100" dirty="0">
                <a:solidFill>
                  <a:schemeClr val="dk1"/>
                </a:solidFill>
                <a:latin typeface="Arial" panose="020B0604020202020204" pitchFamily="34" charset="0"/>
                <a:ea typeface="Roboto"/>
                <a:cs typeface="Arial" panose="020B0604020202020204" pitchFamily="34" charset="0"/>
                <a:sym typeface="Roboto"/>
              </a:rPr>
              <a:t> (https://www.reddit.com/r/TankPorn/comments/qyb2yl/topattack_tow_antitankguidedmissile_atgm_against/) Platformları</a:t>
            </a:r>
            <a:endParaRPr sz="1100" dirty="0">
              <a:solidFill>
                <a:schemeClr val="dk1"/>
              </a:solidFill>
              <a:latin typeface="Arial" panose="020B0604020202020204" pitchFamily="34" charset="0"/>
              <a:ea typeface="Roboto"/>
              <a:cs typeface="Arial" panose="020B0604020202020204" pitchFamily="34" charset="0"/>
              <a:sym typeface="Roboto"/>
            </a:endParaRPr>
          </a:p>
        </p:txBody>
      </p:sp>
      <p:pic>
        <p:nvPicPr>
          <p:cNvPr id="8" name="m2-res_240p">
            <a:hlinkClick r:id="" action="ppaction://media"/>
            <a:extLst>
              <a:ext uri="{FF2B5EF4-FFF2-40B4-BE49-F238E27FC236}">
                <a16:creationId xmlns:a16="http://schemas.microsoft.com/office/drawing/2014/main" id="{08E60C54-9E72-D028-4FFE-81EA0318345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84749" y="1835342"/>
            <a:ext cx="4305194" cy="3228895"/>
          </a:xfrm>
          <a:prstGeom prst="rect">
            <a:avLst/>
          </a:prstGeom>
        </p:spPr>
      </p:pic>
      <p:pic>
        <p:nvPicPr>
          <p:cNvPr id="9" name="Bunker Buster Demo - HQ">
            <a:hlinkClick r:id="" action="ppaction://media"/>
            <a:extLst>
              <a:ext uri="{FF2B5EF4-FFF2-40B4-BE49-F238E27FC236}">
                <a16:creationId xmlns:a16="http://schemas.microsoft.com/office/drawing/2014/main" id="{B2BB616B-B4F4-8B01-8E56-2AF2A6B76534}"/>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986841" y="1835343"/>
            <a:ext cx="4305193" cy="3228895"/>
          </a:xfrm>
          <a:prstGeom prst="rect">
            <a:avLst/>
          </a:prstGeom>
        </p:spPr>
      </p:pic>
      <p:sp>
        <p:nvSpPr>
          <p:cNvPr id="10" name="Google Shape;137;p5">
            <a:extLst>
              <a:ext uri="{FF2B5EF4-FFF2-40B4-BE49-F238E27FC236}">
                <a16:creationId xmlns:a16="http://schemas.microsoft.com/office/drawing/2014/main" id="{0AAA4FC4-CB35-520B-9626-62175ED4C74C}"/>
              </a:ext>
            </a:extLst>
          </p:cNvPr>
          <p:cNvSpPr/>
          <p:nvPr/>
        </p:nvSpPr>
        <p:spPr>
          <a:xfrm>
            <a:off x="140115" y="5201544"/>
            <a:ext cx="4394461" cy="461624"/>
          </a:xfrm>
          <a:prstGeom prst="rect">
            <a:avLst/>
          </a:prstGeom>
          <a:noFill/>
          <a:ln>
            <a:noFill/>
          </a:ln>
        </p:spPr>
        <p:txBody>
          <a:bodyPr spcFirstLastPara="1" wrap="square" lIns="91425" tIns="45700" rIns="91425" bIns="45700" anchor="t" anchorCtr="0">
            <a:spAutoFit/>
          </a:bodyPr>
          <a:lstStyle/>
          <a:p>
            <a:pPr algn="just"/>
            <a:r>
              <a:rPr lang="tr-TR" sz="1200" b="1" dirty="0">
                <a:solidFill>
                  <a:schemeClr val="dk1"/>
                </a:solidFill>
                <a:ea typeface="Roboto"/>
                <a:cs typeface="Arial" panose="020B0604020202020204" pitchFamily="34" charset="0"/>
                <a:sym typeface="Roboto"/>
              </a:rPr>
              <a:t>Şekil 2 (Video). </a:t>
            </a:r>
            <a:r>
              <a:rPr lang="tr-TR" sz="1200" dirty="0">
                <a:solidFill>
                  <a:schemeClr val="dk1"/>
                </a:solidFill>
                <a:ea typeface="Roboto"/>
                <a:cs typeface="Arial" panose="020B0604020202020204" pitchFamily="34" charset="0"/>
                <a:sym typeface="Roboto"/>
              </a:rPr>
              <a:t>S</a:t>
            </a:r>
            <a:r>
              <a:rPr lang="tr-TR" sz="1200" dirty="0"/>
              <a:t>ovyet tankına karşı üstten vuruşlu tanksavar güdümlü füze.</a:t>
            </a:r>
            <a:endParaRPr sz="1200" b="1" dirty="0">
              <a:solidFill>
                <a:schemeClr val="dk1"/>
              </a:solidFill>
              <a:ea typeface="Roboto"/>
              <a:cs typeface="Arial" panose="020B0604020202020204" pitchFamily="34" charset="0"/>
              <a:sym typeface="Roboto"/>
            </a:endParaRPr>
          </a:p>
        </p:txBody>
      </p:sp>
      <p:sp>
        <p:nvSpPr>
          <p:cNvPr id="11" name="Google Shape;137;p5">
            <a:extLst>
              <a:ext uri="{FF2B5EF4-FFF2-40B4-BE49-F238E27FC236}">
                <a16:creationId xmlns:a16="http://schemas.microsoft.com/office/drawing/2014/main" id="{1283D8B9-9E8E-6E2C-0688-AF9193124D9A}"/>
              </a:ext>
            </a:extLst>
          </p:cNvPr>
          <p:cNvSpPr/>
          <p:nvPr/>
        </p:nvSpPr>
        <p:spPr>
          <a:xfrm>
            <a:off x="4935259" y="5148467"/>
            <a:ext cx="5141764" cy="276959"/>
          </a:xfrm>
          <a:prstGeom prst="rect">
            <a:avLst/>
          </a:prstGeom>
          <a:noFill/>
          <a:ln>
            <a:noFill/>
          </a:ln>
        </p:spPr>
        <p:txBody>
          <a:bodyPr spcFirstLastPara="1" wrap="square" lIns="91425" tIns="45700" rIns="91425" bIns="45700" anchor="t" anchorCtr="0">
            <a:spAutoFit/>
          </a:bodyPr>
          <a:lstStyle/>
          <a:p>
            <a:r>
              <a:rPr lang="tr-TR" sz="1200" b="1" dirty="0">
                <a:solidFill>
                  <a:schemeClr val="dk1"/>
                </a:solidFill>
                <a:ea typeface="Roboto"/>
                <a:cs typeface="Arial" panose="020B0604020202020204" pitchFamily="34" charset="0"/>
                <a:sym typeface="Roboto"/>
              </a:rPr>
              <a:t>Şekil 3 (Video). </a:t>
            </a:r>
            <a:r>
              <a:rPr lang="tr-TR" sz="1200" dirty="0"/>
              <a:t>ABD hava kuvvetleri AGM-130 sığınak delici bombası.</a:t>
            </a:r>
            <a:endParaRPr sz="1200" b="1" dirty="0">
              <a:solidFill>
                <a:schemeClr val="dk1"/>
              </a:solidFill>
              <a:ea typeface="Roboto"/>
              <a:cs typeface="Arial" panose="020B0604020202020204" pitchFamily="34" charset="0"/>
              <a:sym typeface="Roboto"/>
            </a:endParaRPr>
          </a:p>
        </p:txBody>
      </p:sp>
      <p:sp>
        <p:nvSpPr>
          <p:cNvPr id="3" name="Metin kutusu 2">
            <a:extLst>
              <a:ext uri="{FF2B5EF4-FFF2-40B4-BE49-F238E27FC236}">
                <a16:creationId xmlns:a16="http://schemas.microsoft.com/office/drawing/2014/main" id="{F455BF57-DF29-2E40-88B6-713ACD17221A}"/>
              </a:ext>
            </a:extLst>
          </p:cNvPr>
          <p:cNvSpPr txBox="1"/>
          <p:nvPr/>
        </p:nvSpPr>
        <p:spPr>
          <a:xfrm>
            <a:off x="140115" y="5838313"/>
            <a:ext cx="9499974" cy="1351588"/>
          </a:xfrm>
          <a:prstGeom prst="rect">
            <a:avLst/>
          </a:prstGeom>
          <a:noFill/>
        </p:spPr>
        <p:txBody>
          <a:bodyPr wrap="square" rtlCol="0">
            <a:spAutoFit/>
          </a:bodyPr>
          <a:lstStyle/>
          <a:p>
            <a:pPr marL="171450" indent="-171450">
              <a:lnSpc>
                <a:spcPct val="150000"/>
              </a:lnSpc>
              <a:buFont typeface="Wingdings" panose="05000000000000000000" pitchFamily="2" charset="2"/>
              <a:buChar char="Ø"/>
            </a:pPr>
            <a:r>
              <a:rPr lang="tr-TR" sz="1400" dirty="0"/>
              <a:t>Mühimmatın hasar yeteneğini artırmak adına, karmaşık arazi şartlarındaki tank ve zırhlı araçların belirlenmiş bir açıyla ve 'neşter' hassasiyetiyle vurulması zorunludur." </a:t>
            </a:r>
            <a:r>
              <a:rPr lang="tr-TR" sz="1400" i="1" dirty="0"/>
              <a:t>(</a:t>
            </a:r>
            <a:r>
              <a:rPr lang="tr-TR" sz="1400" i="1" dirty="0" err="1"/>
              <a:t>Shi</a:t>
            </a:r>
            <a:r>
              <a:rPr lang="tr-TR" sz="1400" i="1" dirty="0"/>
              <a:t> vd., 2018)</a:t>
            </a:r>
          </a:p>
          <a:p>
            <a:pPr marL="171450" indent="-171450">
              <a:lnSpc>
                <a:spcPct val="150000"/>
              </a:lnSpc>
              <a:buFont typeface="Wingdings" panose="05000000000000000000" pitchFamily="2" charset="2"/>
              <a:buChar char="Ø"/>
            </a:pPr>
            <a:r>
              <a:rPr lang="tr-TR" sz="1400" dirty="0"/>
              <a:t>"Terminal safhada darbe açısı kontrolü, hedefin doğrudan zayıf noktasına saldırarak savaş başlığı etkinliğini maksimize etmek için gereklidir." </a:t>
            </a:r>
            <a:r>
              <a:rPr lang="tr-TR" sz="1400" i="1" dirty="0"/>
              <a:t>(Park vd., 2016)</a:t>
            </a:r>
            <a:endParaRPr lang="tr-TR" sz="1400" dirty="0"/>
          </a:p>
        </p:txBody>
      </p:sp>
    </p:spTree>
    <p:extLst>
      <p:ext uri="{BB962C8B-B14F-4D97-AF65-F5344CB8AC3E}">
        <p14:creationId xmlns:p14="http://schemas.microsoft.com/office/powerpoint/2010/main" val="39292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000" fill="hold"/>
                                        <p:tgtEl>
                                          <p:spTgt spid="8"/>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504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8"/>
                                        </p:tgtEl>
                                      </p:cBhvr>
                                    </p:cmd>
                                  </p:childTnLst>
                                </p:cTn>
                              </p:par>
                            </p:childTnLst>
                          </p:cTn>
                        </p:par>
                      </p:childTnLst>
                    </p:cTn>
                  </p:par>
                </p:childTnLst>
              </p:cTn>
              <p:nextCondLst>
                <p:cond evt="onClick" delay="0">
                  <p:tgtEl>
                    <p:spTgt spid="8"/>
                  </p:tgtEl>
                </p:cond>
              </p:nextCondLst>
            </p:seq>
            <p:seq concurrent="1" nextAc="seek">
              <p:cTn id="16" restart="whenNotActive" fill="hold" evtFilter="cancelBubble" nodeType="interactiveSeq">
                <p:stCondLst>
                  <p:cond evt="onClick" delay="0">
                    <p:tgtEl>
                      <p:spTgt spid="9"/>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9"/>
                                        </p:tgtEl>
                                      </p:cBhvr>
                                    </p:cmd>
                                  </p:childTnLst>
                                </p:cTn>
                              </p:par>
                            </p:childTnLst>
                          </p:cTn>
                        </p:par>
                      </p:childTnLst>
                    </p:cTn>
                  </p:par>
                </p:childTnLst>
              </p:cTn>
              <p:nextCondLst>
                <p:cond evt="onClick" delay="0">
                  <p:tgtEl>
                    <p:spTgt spid="9"/>
                  </p:tgtEl>
                </p:cond>
              </p:nextCondLst>
            </p:seq>
            <p:video>
              <p:cMediaNode vol="80000">
                <p:cTn id="21" fill="hold" display="0">
                  <p:stCondLst>
                    <p:cond delay="indefinite"/>
                  </p:stCondLst>
                </p:cTn>
                <p:tgtEl>
                  <p:spTgt spid="8"/>
                </p:tgtEl>
              </p:cMediaNode>
            </p:video>
            <p:video>
              <p:cMediaNode vol="80000">
                <p:cTn id="22" fill="hold" display="0">
                  <p:stCondLst>
                    <p:cond delay="indefinite"/>
                  </p:stCondLst>
                </p:cTn>
                <p:tgtEl>
                  <p:spTgt spid="9"/>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6974A-C3F6-01E6-A1D3-AE1FB4910700}"/>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F63D03D8-0BC6-3D32-6962-55C3D143B12A}"/>
              </a:ext>
            </a:extLst>
          </p:cNvPr>
          <p:cNvSpPr>
            <a:spLocks noGrp="1"/>
          </p:cNvSpPr>
          <p:nvPr>
            <p:ph type="title"/>
          </p:nvPr>
        </p:nvSpPr>
        <p:spPr>
          <a:xfrm>
            <a:off x="173449" y="1247555"/>
            <a:ext cx="9729376" cy="691805"/>
          </a:xfrm>
        </p:spPr>
        <p:txBody>
          <a:bodyPr>
            <a:normAutofit fontScale="90000"/>
          </a:bodyPr>
          <a:lstStyle/>
          <a:p>
            <a:pPr lvl="1" algn="l" defTabSz="990295" rtl="0">
              <a:lnSpc>
                <a:spcPct val="90000"/>
              </a:lnSpc>
              <a:spcBef>
                <a:spcPts val="1083"/>
              </a:spcBef>
            </a:pPr>
            <a:r>
              <a:rPr lang="tr-TR" sz="2400" b="1" dirty="0">
                <a:latin typeface="+mn-lt"/>
              </a:rPr>
              <a:t>Klasik Güdüm Sınırlılıkları ve </a:t>
            </a:r>
            <a:br>
              <a:rPr lang="tr-TR" sz="2400" b="1" dirty="0">
                <a:latin typeface="+mn-lt"/>
              </a:rPr>
            </a:br>
            <a:r>
              <a:rPr lang="tr-TR" sz="2400" b="1" dirty="0">
                <a:latin typeface="+mn-lt"/>
              </a:rPr>
              <a:t>Önerilen Metot Çözümü</a:t>
            </a:r>
            <a:endParaRPr lang="tr-TR" sz="2400" b="1" kern="1200" dirty="0">
              <a:solidFill>
                <a:schemeClr val="tx1"/>
              </a:solidFill>
              <a:latin typeface="+mn-lt"/>
              <a:ea typeface="+mn-ea"/>
              <a:cs typeface="+mn-cs"/>
            </a:endParaRPr>
          </a:p>
        </p:txBody>
      </p:sp>
      <p:sp>
        <p:nvSpPr>
          <p:cNvPr id="4" name="Metin kutusu 3">
            <a:extLst>
              <a:ext uri="{FF2B5EF4-FFF2-40B4-BE49-F238E27FC236}">
                <a16:creationId xmlns:a16="http://schemas.microsoft.com/office/drawing/2014/main" id="{36CD1AAD-F5B0-DC80-6391-4163AD9663C4}"/>
              </a:ext>
            </a:extLst>
          </p:cNvPr>
          <p:cNvSpPr txBox="1"/>
          <p:nvPr/>
        </p:nvSpPr>
        <p:spPr>
          <a:xfrm>
            <a:off x="2123490" y="7376408"/>
            <a:ext cx="5829294" cy="307777"/>
          </a:xfrm>
          <a:prstGeom prst="rect">
            <a:avLst/>
          </a:prstGeom>
          <a:noFill/>
        </p:spPr>
        <p:txBody>
          <a:bodyPr wrap="square">
            <a:spAutoFit/>
          </a:bodyPr>
          <a:lstStyle/>
          <a:p>
            <a:pPr algn="just"/>
            <a:r>
              <a:rPr lang="tr-TR" sz="1400" b="1" dirty="0">
                <a:solidFill>
                  <a:schemeClr val="dk1"/>
                </a:solidFill>
                <a:ea typeface="Roboto"/>
                <a:cs typeface="Arial" panose="020B0604020202020204" pitchFamily="34" charset="0"/>
                <a:sym typeface="Roboto"/>
              </a:rPr>
              <a:t>Şekil 4. </a:t>
            </a:r>
            <a:r>
              <a:rPr lang="tr-TR" sz="1400" dirty="0"/>
              <a:t>Klasik yöntemler ve önerilen çözüm yaklaşımlarının kıyaslama şeması.</a:t>
            </a:r>
            <a:endParaRPr lang="tr-TR" sz="1400" dirty="0">
              <a:solidFill>
                <a:schemeClr val="dk1"/>
              </a:solidFill>
              <a:ea typeface="Roboto"/>
              <a:cs typeface="Arial" panose="020B0604020202020204" pitchFamily="34" charset="0"/>
              <a:sym typeface="Roboto"/>
            </a:endParaRPr>
          </a:p>
        </p:txBody>
      </p:sp>
      <p:pic>
        <p:nvPicPr>
          <p:cNvPr id="7" name="Resim 6">
            <a:extLst>
              <a:ext uri="{FF2B5EF4-FFF2-40B4-BE49-F238E27FC236}">
                <a16:creationId xmlns:a16="http://schemas.microsoft.com/office/drawing/2014/main" id="{9E1A18DF-AB01-0067-065E-49EFCBFCD8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493" y="2027709"/>
            <a:ext cx="9825838" cy="5348699"/>
          </a:xfrm>
          <a:prstGeom prst="rect">
            <a:avLst/>
          </a:prstGeom>
        </p:spPr>
      </p:pic>
    </p:spTree>
    <p:extLst>
      <p:ext uri="{BB962C8B-B14F-4D97-AF65-F5344CB8AC3E}">
        <p14:creationId xmlns:p14="http://schemas.microsoft.com/office/powerpoint/2010/main" val="1250687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54609-9B80-668B-24DB-D3FCEC9A52BD}"/>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E7F1AA24-6376-D0BF-5DF8-683B4D261BFA}"/>
              </a:ext>
            </a:extLst>
          </p:cNvPr>
          <p:cNvSpPr>
            <a:spLocks noGrp="1"/>
          </p:cNvSpPr>
          <p:nvPr>
            <p:ph type="title"/>
          </p:nvPr>
        </p:nvSpPr>
        <p:spPr>
          <a:xfrm>
            <a:off x="0" y="1157206"/>
            <a:ext cx="4951412" cy="857332"/>
          </a:xfrm>
        </p:spPr>
        <p:txBody>
          <a:bodyPr>
            <a:noAutofit/>
          </a:bodyPr>
          <a:lstStyle/>
          <a:p>
            <a:pPr lvl="1" algn="l" defTabSz="990295" rtl="0">
              <a:lnSpc>
                <a:spcPct val="90000"/>
              </a:lnSpc>
              <a:spcBef>
                <a:spcPts val="1083"/>
              </a:spcBef>
            </a:pPr>
            <a:r>
              <a:rPr lang="tr-TR" sz="2200" b="1" dirty="0">
                <a:latin typeface="+mn-lt"/>
              </a:rPr>
              <a:t>Sistematik Literatür Tarama Stratejisi </a:t>
            </a:r>
            <a:br>
              <a:rPr lang="tr-TR" sz="2200" b="1" dirty="0">
                <a:latin typeface="+mn-lt"/>
              </a:rPr>
            </a:br>
            <a:r>
              <a:rPr lang="tr-TR" sz="2200" b="1" dirty="0">
                <a:latin typeface="+mn-lt"/>
              </a:rPr>
              <a:t>ve Mantıksal Sorgu Matrisi</a:t>
            </a:r>
            <a:endParaRPr lang="tr-TR" sz="2200" b="1" kern="1200" dirty="0">
              <a:solidFill>
                <a:schemeClr val="tx1"/>
              </a:solidFill>
              <a:latin typeface="+mn-lt"/>
              <a:ea typeface="+mn-ea"/>
              <a:cs typeface="+mn-cs"/>
            </a:endParaRPr>
          </a:p>
        </p:txBody>
      </p:sp>
      <p:graphicFrame>
        <p:nvGraphicFramePr>
          <p:cNvPr id="3" name="Tablo 2">
            <a:extLst>
              <a:ext uri="{FF2B5EF4-FFF2-40B4-BE49-F238E27FC236}">
                <a16:creationId xmlns:a16="http://schemas.microsoft.com/office/drawing/2014/main" id="{B8563C98-70FF-7DE1-BD5B-9FDB67106570}"/>
              </a:ext>
            </a:extLst>
          </p:cNvPr>
          <p:cNvGraphicFramePr>
            <a:graphicFrameLocks noGrp="1"/>
          </p:cNvGraphicFramePr>
          <p:nvPr>
            <p:extLst>
              <p:ext uri="{D42A27DB-BD31-4B8C-83A1-F6EECF244321}">
                <p14:modId xmlns:p14="http://schemas.microsoft.com/office/powerpoint/2010/main" val="1060954024"/>
              </p:ext>
            </p:extLst>
          </p:nvPr>
        </p:nvGraphicFramePr>
        <p:xfrm>
          <a:off x="436186" y="2598914"/>
          <a:ext cx="9204525" cy="4942064"/>
        </p:xfrm>
        <a:graphic>
          <a:graphicData uri="http://schemas.openxmlformats.org/drawingml/2006/table">
            <a:tbl>
              <a:tblPr>
                <a:tableStyleId>{5940675A-B579-460E-94D1-54222C63F5DA}</a:tableStyleId>
              </a:tblPr>
              <a:tblGrid>
                <a:gridCol w="2476347">
                  <a:extLst>
                    <a:ext uri="{9D8B030D-6E8A-4147-A177-3AD203B41FA5}">
                      <a16:colId xmlns:a16="http://schemas.microsoft.com/office/drawing/2014/main" val="1446286568"/>
                    </a:ext>
                  </a:extLst>
                </a:gridCol>
                <a:gridCol w="1614311">
                  <a:extLst>
                    <a:ext uri="{9D8B030D-6E8A-4147-A177-3AD203B41FA5}">
                      <a16:colId xmlns:a16="http://schemas.microsoft.com/office/drawing/2014/main" val="4121986384"/>
                    </a:ext>
                  </a:extLst>
                </a:gridCol>
                <a:gridCol w="1432057">
                  <a:extLst>
                    <a:ext uri="{9D8B030D-6E8A-4147-A177-3AD203B41FA5}">
                      <a16:colId xmlns:a16="http://schemas.microsoft.com/office/drawing/2014/main" val="1354481040"/>
                    </a:ext>
                  </a:extLst>
                </a:gridCol>
                <a:gridCol w="1840905">
                  <a:extLst>
                    <a:ext uri="{9D8B030D-6E8A-4147-A177-3AD203B41FA5}">
                      <a16:colId xmlns:a16="http://schemas.microsoft.com/office/drawing/2014/main" val="909323568"/>
                    </a:ext>
                  </a:extLst>
                </a:gridCol>
                <a:gridCol w="1840905">
                  <a:extLst>
                    <a:ext uri="{9D8B030D-6E8A-4147-A177-3AD203B41FA5}">
                      <a16:colId xmlns:a16="http://schemas.microsoft.com/office/drawing/2014/main" val="2885208862"/>
                    </a:ext>
                  </a:extLst>
                </a:gridCol>
              </a:tblGrid>
              <a:tr h="402401">
                <a:tc>
                  <a:txBody>
                    <a:bodyPr/>
                    <a:lstStyle/>
                    <a:p>
                      <a:pPr rtl="0">
                        <a:buNone/>
                      </a:pPr>
                      <a:r>
                        <a:rPr lang="tr-TR" sz="1200" b="1" dirty="0">
                          <a:solidFill>
                            <a:srgbClr val="1F1F1F"/>
                          </a:solidFill>
                          <a:effectLst/>
                        </a:rPr>
                        <a:t>Mantıksal Arama Sorguları (</a:t>
                      </a:r>
                      <a:r>
                        <a:rPr lang="tr-TR" sz="1200" b="1" dirty="0" err="1">
                          <a:solidFill>
                            <a:srgbClr val="1F1F1F"/>
                          </a:solidFill>
                          <a:effectLst/>
                        </a:rPr>
                        <a:t>Boolean</a:t>
                      </a:r>
                      <a:r>
                        <a:rPr lang="tr-TR" sz="1200" b="1" dirty="0">
                          <a:solidFill>
                            <a:srgbClr val="1F1F1F"/>
                          </a:solidFill>
                          <a:effectLst/>
                        </a:rPr>
                        <a:t> </a:t>
                      </a:r>
                      <a:r>
                        <a:rPr lang="tr-TR" sz="1200" b="1" dirty="0" err="1">
                          <a:solidFill>
                            <a:srgbClr val="1F1F1F"/>
                          </a:solidFill>
                          <a:effectLst/>
                        </a:rPr>
                        <a:t>Search</a:t>
                      </a:r>
                      <a:r>
                        <a:rPr lang="tr-TR" sz="1200" b="1" dirty="0">
                          <a:solidFill>
                            <a:srgbClr val="1F1F1F"/>
                          </a:solidFill>
                          <a:effectLst/>
                        </a:rPr>
                        <a:t> </a:t>
                      </a:r>
                      <a:r>
                        <a:rPr lang="tr-TR" sz="1200" b="1" dirty="0" err="1">
                          <a:solidFill>
                            <a:srgbClr val="1F1F1F"/>
                          </a:solidFill>
                          <a:effectLst/>
                        </a:rPr>
                        <a:t>Queries</a:t>
                      </a:r>
                      <a:r>
                        <a:rPr lang="tr-TR" sz="1200" b="1" dirty="0">
                          <a:solidFill>
                            <a:srgbClr val="1F1F1F"/>
                          </a:solidFill>
                          <a:effectLst/>
                        </a:rPr>
                        <a:t>)</a:t>
                      </a:r>
                      <a:endParaRPr lang="tr-TR" sz="1200" dirty="0">
                        <a:solidFill>
                          <a:srgbClr val="1F1F1F"/>
                        </a:solidFill>
                        <a:effectLst/>
                        <a:latin typeface="+mn-lt"/>
                      </a:endParaRPr>
                    </a:p>
                  </a:txBody>
                  <a:tcPr marL="26248" marR="26248" marT="17499" marB="17499" anchor="ctr"/>
                </a:tc>
                <a:tc>
                  <a:txBody>
                    <a:bodyPr/>
                    <a:lstStyle/>
                    <a:p>
                      <a:pPr rtl="0">
                        <a:buNone/>
                      </a:pPr>
                      <a:r>
                        <a:rPr lang="tr-TR" sz="1200" b="1">
                          <a:solidFill>
                            <a:srgbClr val="1F1F1F"/>
                          </a:solidFill>
                          <a:effectLst/>
                        </a:rPr>
                        <a:t>Tarama Yapılan Akademik Portallar</a:t>
                      </a:r>
                      <a:endParaRPr lang="tr-TR" sz="1200">
                        <a:solidFill>
                          <a:srgbClr val="1F1F1F"/>
                        </a:solidFill>
                        <a:effectLst/>
                        <a:latin typeface="+mn-lt"/>
                      </a:endParaRPr>
                    </a:p>
                  </a:txBody>
                  <a:tcPr marL="26248" marR="26248" marT="17499" marB="17499" anchor="ctr"/>
                </a:tc>
                <a:tc>
                  <a:txBody>
                    <a:bodyPr/>
                    <a:lstStyle/>
                    <a:p>
                      <a:pPr rtl="0">
                        <a:buNone/>
                      </a:pPr>
                      <a:r>
                        <a:rPr lang="tr-TR" sz="1200" b="1">
                          <a:solidFill>
                            <a:srgbClr val="1F1F1F"/>
                          </a:solidFill>
                          <a:effectLst/>
                        </a:rPr>
                        <a:t>Önceliklendirilen WoS İndeks Etiketleri</a:t>
                      </a:r>
                      <a:endParaRPr lang="tr-TR" sz="1200">
                        <a:solidFill>
                          <a:srgbClr val="1F1F1F"/>
                        </a:solidFill>
                        <a:effectLst/>
                        <a:latin typeface="+mn-lt"/>
                      </a:endParaRPr>
                    </a:p>
                  </a:txBody>
                  <a:tcPr marL="26248" marR="26248" marT="17499" marB="17499" anchor="ctr"/>
                </a:tc>
                <a:tc>
                  <a:txBody>
                    <a:bodyPr/>
                    <a:lstStyle/>
                    <a:p>
                      <a:pPr rtl="0">
                        <a:buNone/>
                      </a:pPr>
                      <a:r>
                        <a:rPr lang="tr-TR" sz="1200" b="1">
                          <a:solidFill>
                            <a:srgbClr val="1F1F1F"/>
                          </a:solidFill>
                          <a:effectLst/>
                        </a:rPr>
                        <a:t>Seçim Koşulları ve Kriterleri</a:t>
                      </a:r>
                      <a:endParaRPr lang="tr-TR" sz="1200">
                        <a:solidFill>
                          <a:srgbClr val="1F1F1F"/>
                        </a:solidFill>
                        <a:effectLst/>
                        <a:latin typeface="+mn-lt"/>
                      </a:endParaRPr>
                    </a:p>
                  </a:txBody>
                  <a:tcPr marL="26248" marR="26248" marT="17499" marB="17499" anchor="ctr"/>
                </a:tc>
                <a:tc>
                  <a:txBody>
                    <a:bodyPr/>
                    <a:lstStyle/>
                    <a:p>
                      <a:pPr rtl="0">
                        <a:buNone/>
                      </a:pPr>
                      <a:r>
                        <a:rPr lang="tr-TR" sz="1200" b="1">
                          <a:solidFill>
                            <a:srgbClr val="1F1F1F"/>
                          </a:solidFill>
                          <a:effectLst/>
                        </a:rPr>
                        <a:t>Yayıncı Kurumlar ve Veri Tabanları</a:t>
                      </a:r>
                      <a:endParaRPr lang="tr-TR" sz="1200">
                        <a:solidFill>
                          <a:srgbClr val="1F1F1F"/>
                        </a:solidFill>
                        <a:effectLst/>
                        <a:latin typeface="+mn-lt"/>
                      </a:endParaRPr>
                    </a:p>
                  </a:txBody>
                  <a:tcPr marL="26248" marR="26248" marT="17499" marB="17499" anchor="ctr"/>
                </a:tc>
                <a:extLst>
                  <a:ext uri="{0D108BD9-81ED-4DB2-BD59-A6C34878D82A}">
                    <a16:rowId xmlns:a16="http://schemas.microsoft.com/office/drawing/2014/main" val="3644649179"/>
                  </a:ext>
                </a:extLst>
              </a:tr>
              <a:tr h="4539663">
                <a:tc>
                  <a:txBody>
                    <a:bodyPr/>
                    <a:lstStyle/>
                    <a:p>
                      <a:pPr rtl="0">
                        <a:buNone/>
                      </a:pPr>
                      <a:r>
                        <a:rPr lang="tr-TR" sz="1200" dirty="0">
                          <a:solidFill>
                            <a:srgbClr val="1F1F1F"/>
                          </a:solidFill>
                          <a:effectLst/>
                        </a:rPr>
                        <a:t>• </a:t>
                      </a:r>
                      <a:r>
                        <a:rPr lang="tr-TR" sz="1200" b="0" dirty="0">
                          <a:solidFill>
                            <a:srgbClr val="1F1F1F"/>
                          </a:solidFill>
                          <a:effectLst/>
                        </a:rPr>
                        <a:t>("</a:t>
                      </a:r>
                      <a:r>
                        <a:rPr lang="tr-TR" sz="1200" b="0" dirty="0" err="1">
                          <a:solidFill>
                            <a:srgbClr val="1F1F1F"/>
                          </a:solidFill>
                          <a:effectLst/>
                        </a:rPr>
                        <a:t>deep</a:t>
                      </a:r>
                      <a:r>
                        <a:rPr lang="tr-TR" sz="1200" b="0" dirty="0">
                          <a:solidFill>
                            <a:srgbClr val="1F1F1F"/>
                          </a:solidFill>
                          <a:effectLst/>
                        </a:rPr>
                        <a:t> </a:t>
                      </a:r>
                      <a:r>
                        <a:rPr lang="tr-TR" sz="1200" b="0" dirty="0" err="1">
                          <a:solidFill>
                            <a:srgbClr val="1F1F1F"/>
                          </a:solidFill>
                          <a:effectLst/>
                        </a:rPr>
                        <a:t>reinforcement</a:t>
                      </a:r>
                      <a:r>
                        <a:rPr lang="tr-TR" sz="1200" b="0" dirty="0">
                          <a:solidFill>
                            <a:srgbClr val="1F1F1F"/>
                          </a:solidFill>
                          <a:effectLst/>
                        </a:rPr>
                        <a:t> </a:t>
                      </a:r>
                      <a:r>
                        <a:rPr lang="tr-TR" sz="1200" b="0" dirty="0" err="1">
                          <a:solidFill>
                            <a:srgbClr val="1F1F1F"/>
                          </a:solidFill>
                          <a:effectLst/>
                        </a:rPr>
                        <a:t>learning</a:t>
                      </a:r>
                      <a:r>
                        <a:rPr lang="tr-TR" sz="1200" b="0" dirty="0">
                          <a:solidFill>
                            <a:srgbClr val="1F1F1F"/>
                          </a:solidFill>
                          <a:effectLst/>
                        </a:rPr>
                        <a:t>" OR "DRL" OR "AI") AND ("</a:t>
                      </a:r>
                      <a:r>
                        <a:rPr lang="tr-TR" sz="1200" b="0" dirty="0" err="1">
                          <a:solidFill>
                            <a:srgbClr val="1F1F1F"/>
                          </a:solidFill>
                          <a:effectLst/>
                        </a:rPr>
                        <a:t>missile</a:t>
                      </a:r>
                      <a:r>
                        <a:rPr lang="tr-TR" sz="1200" b="0" dirty="0">
                          <a:solidFill>
                            <a:srgbClr val="1F1F1F"/>
                          </a:solidFill>
                          <a:effectLst/>
                        </a:rPr>
                        <a:t> </a:t>
                      </a:r>
                      <a:r>
                        <a:rPr lang="tr-TR" sz="1200" b="0" dirty="0" err="1">
                          <a:solidFill>
                            <a:srgbClr val="1F1F1F"/>
                          </a:solidFill>
                          <a:effectLst/>
                        </a:rPr>
                        <a:t>guidance</a:t>
                      </a:r>
                      <a:r>
                        <a:rPr lang="tr-TR" sz="1200" b="0" dirty="0">
                          <a:solidFill>
                            <a:srgbClr val="1F1F1F"/>
                          </a:solidFill>
                          <a:effectLst/>
                        </a:rPr>
                        <a:t>" OR "terminal </a:t>
                      </a:r>
                      <a:r>
                        <a:rPr lang="tr-TR" sz="1200" b="0" dirty="0" err="1">
                          <a:solidFill>
                            <a:srgbClr val="1F1F1F"/>
                          </a:solidFill>
                          <a:effectLst/>
                        </a:rPr>
                        <a:t>guidance</a:t>
                      </a:r>
                      <a:r>
                        <a:rPr lang="tr-TR" sz="1200" b="0" dirty="0">
                          <a:solidFill>
                            <a:srgbClr val="1F1F1F"/>
                          </a:solidFill>
                          <a:effectLst/>
                        </a:rPr>
                        <a:t>")</a:t>
                      </a:r>
                      <a:endParaRPr lang="tr-TR" sz="1200" dirty="0">
                        <a:solidFill>
                          <a:srgbClr val="1F1F1F"/>
                        </a:solidFill>
                        <a:effectLst/>
                      </a:endParaRPr>
                    </a:p>
                    <a:p>
                      <a:pPr rtl="0">
                        <a:buNone/>
                      </a:pP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0" dirty="0">
                          <a:solidFill>
                            <a:srgbClr val="1F1F1F"/>
                          </a:solidFill>
                          <a:effectLst/>
                        </a:rPr>
                        <a:t>("</a:t>
                      </a:r>
                      <a:r>
                        <a:rPr lang="tr-TR" sz="1200" b="0" dirty="0" err="1">
                          <a:solidFill>
                            <a:srgbClr val="1F1F1F"/>
                          </a:solidFill>
                          <a:effectLst/>
                        </a:rPr>
                        <a:t>deep</a:t>
                      </a:r>
                      <a:r>
                        <a:rPr lang="tr-TR" sz="1200" b="0" dirty="0">
                          <a:solidFill>
                            <a:srgbClr val="1F1F1F"/>
                          </a:solidFill>
                          <a:effectLst/>
                        </a:rPr>
                        <a:t> </a:t>
                      </a:r>
                      <a:r>
                        <a:rPr lang="tr-TR" sz="1200" b="0" dirty="0" err="1">
                          <a:solidFill>
                            <a:srgbClr val="1F1F1F"/>
                          </a:solidFill>
                          <a:effectLst/>
                        </a:rPr>
                        <a:t>reinforcement</a:t>
                      </a:r>
                      <a:r>
                        <a:rPr lang="tr-TR" sz="1200" b="0" dirty="0">
                          <a:solidFill>
                            <a:srgbClr val="1F1F1F"/>
                          </a:solidFill>
                          <a:effectLst/>
                        </a:rPr>
                        <a:t> </a:t>
                      </a:r>
                      <a:r>
                        <a:rPr lang="tr-TR" sz="1200" b="0" dirty="0" err="1">
                          <a:solidFill>
                            <a:srgbClr val="1F1F1F"/>
                          </a:solidFill>
                          <a:effectLst/>
                        </a:rPr>
                        <a:t>learning</a:t>
                      </a:r>
                      <a:r>
                        <a:rPr lang="tr-TR" sz="1200" b="0" dirty="0">
                          <a:solidFill>
                            <a:srgbClr val="1F1F1F"/>
                          </a:solidFill>
                          <a:effectLst/>
                        </a:rPr>
                        <a:t>" OR "DRL" OR "RL") AND "</a:t>
                      </a:r>
                      <a:r>
                        <a:rPr lang="tr-TR" sz="1200" b="0" dirty="0" err="1">
                          <a:solidFill>
                            <a:srgbClr val="1F1F1F"/>
                          </a:solidFill>
                          <a:effectLst/>
                        </a:rPr>
                        <a:t>guidance</a:t>
                      </a:r>
                      <a:r>
                        <a:rPr lang="tr-TR" sz="1200" b="0" dirty="0">
                          <a:solidFill>
                            <a:srgbClr val="1F1F1F"/>
                          </a:solidFill>
                          <a:effectLst/>
                        </a:rPr>
                        <a:t> </a:t>
                      </a:r>
                      <a:r>
                        <a:rPr lang="tr-TR" sz="1200" b="0" dirty="0" err="1">
                          <a:solidFill>
                            <a:srgbClr val="1F1F1F"/>
                          </a:solidFill>
                          <a:effectLst/>
                        </a:rPr>
                        <a:t>law</a:t>
                      </a:r>
                      <a:r>
                        <a:rPr lang="tr-TR" sz="1200" b="0" dirty="0">
                          <a:solidFill>
                            <a:srgbClr val="1F1F1F"/>
                          </a:solidFill>
                          <a:effectLst/>
                        </a:rPr>
                        <a:t>" AND "</a:t>
                      </a:r>
                      <a:r>
                        <a:rPr lang="tr-TR" sz="1200" b="0" dirty="0" err="1">
                          <a:solidFill>
                            <a:srgbClr val="1F1F1F"/>
                          </a:solidFill>
                          <a:effectLst/>
                        </a:rPr>
                        <a:t>impact-angle</a:t>
                      </a:r>
                      <a:r>
                        <a:rPr lang="tr-TR" sz="1200" b="0" dirty="0">
                          <a:solidFill>
                            <a:srgbClr val="1F1F1F"/>
                          </a:solidFill>
                          <a:effectLst/>
                        </a:rPr>
                        <a:t> </a:t>
                      </a:r>
                      <a:r>
                        <a:rPr lang="tr-TR" sz="1200" b="0" dirty="0" err="1">
                          <a:solidFill>
                            <a:srgbClr val="1F1F1F"/>
                          </a:solidFill>
                          <a:effectLst/>
                        </a:rPr>
                        <a:t>constraint</a:t>
                      </a:r>
                      <a:r>
                        <a:rPr lang="tr-TR" sz="1200" b="0" dirty="0">
                          <a:solidFill>
                            <a:srgbClr val="1F1F1F"/>
                          </a:solidFill>
                          <a:effectLst/>
                        </a:rPr>
                        <a:t>"</a:t>
                      </a:r>
                      <a:endParaRPr lang="tr-TR" sz="1200" dirty="0">
                        <a:solidFill>
                          <a:srgbClr val="1F1F1F"/>
                        </a:solidFill>
                        <a:effectLst/>
                      </a:endParaRPr>
                    </a:p>
                    <a:p>
                      <a:pPr rtl="0">
                        <a:buNone/>
                      </a:pPr>
                      <a:endParaRPr lang="tr-TR" sz="1200" dirty="0">
                        <a:solidFill>
                          <a:srgbClr val="1F1F1F"/>
                        </a:solidFill>
                        <a:effectLst/>
                      </a:endParaRPr>
                    </a:p>
                    <a:p>
                      <a:pPr rtl="0">
                        <a:buNone/>
                      </a:pPr>
                      <a:r>
                        <a:rPr lang="tr-TR" sz="1200" dirty="0">
                          <a:solidFill>
                            <a:srgbClr val="1F1F1F"/>
                          </a:solidFill>
                          <a:effectLst/>
                        </a:rPr>
                        <a:t>• </a:t>
                      </a:r>
                      <a:r>
                        <a:rPr lang="tr-TR" sz="1200" b="0" dirty="0">
                          <a:solidFill>
                            <a:srgbClr val="1F1F1F"/>
                          </a:solidFill>
                          <a:effectLst/>
                        </a:rPr>
                        <a:t>("</a:t>
                      </a:r>
                      <a:r>
                        <a:rPr lang="tr-TR" sz="1200" b="0" dirty="0" err="1">
                          <a:solidFill>
                            <a:srgbClr val="1F1F1F"/>
                          </a:solidFill>
                          <a:effectLst/>
                        </a:rPr>
                        <a:t>hybrid</a:t>
                      </a:r>
                      <a:r>
                        <a:rPr lang="tr-TR" sz="1200" b="0" dirty="0">
                          <a:solidFill>
                            <a:srgbClr val="1F1F1F"/>
                          </a:solidFill>
                          <a:effectLst/>
                        </a:rPr>
                        <a:t>" OR "</a:t>
                      </a:r>
                      <a:r>
                        <a:rPr lang="tr-TR" sz="1200" b="0" dirty="0" err="1">
                          <a:solidFill>
                            <a:srgbClr val="1F1F1F"/>
                          </a:solidFill>
                          <a:effectLst/>
                        </a:rPr>
                        <a:t>integrated</a:t>
                      </a:r>
                      <a:r>
                        <a:rPr lang="tr-TR" sz="1200" b="0" dirty="0">
                          <a:solidFill>
                            <a:srgbClr val="1F1F1F"/>
                          </a:solidFill>
                          <a:effectLst/>
                        </a:rPr>
                        <a:t>" OR "</a:t>
                      </a:r>
                      <a:r>
                        <a:rPr lang="tr-TR" sz="1200" b="0" dirty="0" err="1">
                          <a:solidFill>
                            <a:srgbClr val="1F1F1F"/>
                          </a:solidFill>
                          <a:effectLst/>
                        </a:rPr>
                        <a:t>assisted</a:t>
                      </a:r>
                      <a:r>
                        <a:rPr lang="tr-TR" sz="1200" b="0" dirty="0">
                          <a:solidFill>
                            <a:srgbClr val="1F1F1F"/>
                          </a:solidFill>
                          <a:effectLst/>
                        </a:rPr>
                        <a:t>") AND ("</a:t>
                      </a:r>
                      <a:r>
                        <a:rPr lang="tr-TR" sz="1200" b="0" dirty="0" err="1">
                          <a:solidFill>
                            <a:srgbClr val="1F1F1F"/>
                          </a:solidFill>
                          <a:effectLst/>
                        </a:rPr>
                        <a:t>deep</a:t>
                      </a:r>
                      <a:r>
                        <a:rPr lang="tr-TR" sz="1200" b="0" dirty="0">
                          <a:solidFill>
                            <a:srgbClr val="1F1F1F"/>
                          </a:solidFill>
                          <a:effectLst/>
                        </a:rPr>
                        <a:t> </a:t>
                      </a:r>
                      <a:r>
                        <a:rPr lang="tr-TR" sz="1200" b="0" dirty="0" err="1">
                          <a:solidFill>
                            <a:srgbClr val="1F1F1F"/>
                          </a:solidFill>
                          <a:effectLst/>
                        </a:rPr>
                        <a:t>reinforcement</a:t>
                      </a:r>
                      <a:r>
                        <a:rPr lang="tr-TR" sz="1200" b="0" dirty="0">
                          <a:solidFill>
                            <a:srgbClr val="1F1F1F"/>
                          </a:solidFill>
                          <a:effectLst/>
                        </a:rPr>
                        <a:t> </a:t>
                      </a:r>
                      <a:r>
                        <a:rPr lang="tr-TR" sz="1200" b="0" dirty="0" err="1">
                          <a:solidFill>
                            <a:srgbClr val="1F1F1F"/>
                          </a:solidFill>
                          <a:effectLst/>
                        </a:rPr>
                        <a:t>learning</a:t>
                      </a:r>
                      <a:r>
                        <a:rPr lang="tr-TR" sz="1200" b="0" dirty="0">
                          <a:solidFill>
                            <a:srgbClr val="1F1F1F"/>
                          </a:solidFill>
                          <a:effectLst/>
                        </a:rPr>
                        <a:t>" OR "DRL") AND ("</a:t>
                      </a:r>
                      <a:r>
                        <a:rPr lang="tr-TR" sz="1200" b="0" dirty="0" err="1">
                          <a:solidFill>
                            <a:srgbClr val="1F1F1F"/>
                          </a:solidFill>
                          <a:effectLst/>
                        </a:rPr>
                        <a:t>Biased</a:t>
                      </a:r>
                      <a:r>
                        <a:rPr lang="tr-TR" sz="1200" b="0" dirty="0">
                          <a:solidFill>
                            <a:srgbClr val="1F1F1F"/>
                          </a:solidFill>
                          <a:effectLst/>
                        </a:rPr>
                        <a:t> </a:t>
                      </a:r>
                      <a:r>
                        <a:rPr lang="tr-TR" sz="1200" b="0" dirty="0" err="1">
                          <a:solidFill>
                            <a:srgbClr val="1F1F1F"/>
                          </a:solidFill>
                          <a:effectLst/>
                        </a:rPr>
                        <a:t>Proportional</a:t>
                      </a:r>
                      <a:r>
                        <a:rPr lang="tr-TR" sz="1200" b="0" dirty="0">
                          <a:solidFill>
                            <a:srgbClr val="1F1F1F"/>
                          </a:solidFill>
                          <a:effectLst/>
                        </a:rPr>
                        <a:t> </a:t>
                      </a:r>
                      <a:r>
                        <a:rPr lang="tr-TR" sz="1200" b="0" dirty="0" err="1">
                          <a:solidFill>
                            <a:srgbClr val="1F1F1F"/>
                          </a:solidFill>
                          <a:effectLst/>
                        </a:rPr>
                        <a:t>Navigation</a:t>
                      </a:r>
                      <a:r>
                        <a:rPr lang="tr-TR" sz="1200" b="0" dirty="0">
                          <a:solidFill>
                            <a:srgbClr val="1F1F1F"/>
                          </a:solidFill>
                          <a:effectLst/>
                        </a:rPr>
                        <a:t>" OR "BPN" OR "</a:t>
                      </a:r>
                      <a:r>
                        <a:rPr lang="tr-TR" sz="1200" b="0" dirty="0" err="1">
                          <a:solidFill>
                            <a:srgbClr val="1F1F1F"/>
                          </a:solidFill>
                          <a:effectLst/>
                        </a:rPr>
                        <a:t>proportional</a:t>
                      </a:r>
                      <a:r>
                        <a:rPr lang="tr-TR" sz="1200" b="0" dirty="0">
                          <a:solidFill>
                            <a:srgbClr val="1F1F1F"/>
                          </a:solidFill>
                          <a:effectLst/>
                        </a:rPr>
                        <a:t> </a:t>
                      </a:r>
                      <a:r>
                        <a:rPr lang="tr-TR" sz="1200" b="0" dirty="0" err="1">
                          <a:solidFill>
                            <a:srgbClr val="1F1F1F"/>
                          </a:solidFill>
                          <a:effectLst/>
                        </a:rPr>
                        <a:t>navigation</a:t>
                      </a:r>
                      <a:r>
                        <a:rPr lang="tr-TR" sz="1200" b="0" dirty="0">
                          <a:solidFill>
                            <a:srgbClr val="1F1F1F"/>
                          </a:solidFill>
                          <a:effectLst/>
                        </a:rPr>
                        <a:t>")</a:t>
                      </a:r>
                      <a:endParaRPr lang="tr-TR" sz="1200" dirty="0">
                        <a:solidFill>
                          <a:srgbClr val="1F1F1F"/>
                        </a:solidFill>
                        <a:effectLst/>
                      </a:endParaRPr>
                    </a:p>
                    <a:p>
                      <a:pPr rtl="0">
                        <a:buNone/>
                      </a:pPr>
                      <a:endParaRPr lang="tr-TR" sz="1200" dirty="0">
                        <a:solidFill>
                          <a:srgbClr val="1F1F1F"/>
                        </a:solidFill>
                        <a:effectLst/>
                      </a:endParaRPr>
                    </a:p>
                    <a:p>
                      <a:pPr rtl="0">
                        <a:buNone/>
                      </a:pPr>
                      <a:r>
                        <a:rPr lang="tr-TR" sz="1200" dirty="0">
                          <a:solidFill>
                            <a:srgbClr val="1F1F1F"/>
                          </a:solidFill>
                          <a:effectLst/>
                        </a:rPr>
                        <a:t>• </a:t>
                      </a:r>
                      <a:r>
                        <a:rPr lang="tr-TR" sz="1200" b="0" dirty="0">
                          <a:solidFill>
                            <a:srgbClr val="1F1F1F"/>
                          </a:solidFill>
                          <a:effectLst/>
                        </a:rPr>
                        <a:t>("</a:t>
                      </a:r>
                      <a:r>
                        <a:rPr lang="tr-TR" sz="1200" b="0" dirty="0" err="1">
                          <a:solidFill>
                            <a:srgbClr val="1F1F1F"/>
                          </a:solidFill>
                          <a:effectLst/>
                        </a:rPr>
                        <a:t>reinforcement</a:t>
                      </a:r>
                      <a:r>
                        <a:rPr lang="tr-TR" sz="1200" b="0" dirty="0">
                          <a:solidFill>
                            <a:srgbClr val="1F1F1F"/>
                          </a:solidFill>
                          <a:effectLst/>
                        </a:rPr>
                        <a:t> </a:t>
                      </a:r>
                      <a:r>
                        <a:rPr lang="tr-TR" sz="1200" b="0" dirty="0" err="1">
                          <a:solidFill>
                            <a:srgbClr val="1F1F1F"/>
                          </a:solidFill>
                          <a:effectLst/>
                        </a:rPr>
                        <a:t>learning</a:t>
                      </a:r>
                      <a:r>
                        <a:rPr lang="tr-TR" sz="1200" b="0" dirty="0">
                          <a:solidFill>
                            <a:srgbClr val="1F1F1F"/>
                          </a:solidFill>
                          <a:effectLst/>
                        </a:rPr>
                        <a:t>" OR "DRL") AND ("</a:t>
                      </a:r>
                      <a:r>
                        <a:rPr lang="tr-TR" sz="1200" b="0" dirty="0" err="1">
                          <a:solidFill>
                            <a:srgbClr val="1F1F1F"/>
                          </a:solidFill>
                          <a:effectLst/>
                        </a:rPr>
                        <a:t>control</a:t>
                      </a:r>
                      <a:r>
                        <a:rPr lang="tr-TR" sz="1200" b="0" dirty="0">
                          <a:solidFill>
                            <a:srgbClr val="1F1F1F"/>
                          </a:solidFill>
                          <a:effectLst/>
                        </a:rPr>
                        <a:t> </a:t>
                      </a:r>
                      <a:r>
                        <a:rPr lang="tr-TR" sz="1200" b="0" dirty="0" err="1">
                          <a:solidFill>
                            <a:srgbClr val="1F1F1F"/>
                          </a:solidFill>
                          <a:effectLst/>
                        </a:rPr>
                        <a:t>theory</a:t>
                      </a:r>
                      <a:r>
                        <a:rPr lang="tr-TR" sz="1200" b="0" dirty="0">
                          <a:solidFill>
                            <a:srgbClr val="1F1F1F"/>
                          </a:solidFill>
                          <a:effectLst/>
                        </a:rPr>
                        <a:t>" OR "</a:t>
                      </a:r>
                      <a:r>
                        <a:rPr lang="tr-TR" sz="1200" b="0" dirty="0" err="1">
                          <a:solidFill>
                            <a:srgbClr val="1F1F1F"/>
                          </a:solidFill>
                          <a:effectLst/>
                        </a:rPr>
                        <a:t>sliding</a:t>
                      </a:r>
                      <a:r>
                        <a:rPr lang="tr-TR" sz="1200" b="0" dirty="0">
                          <a:solidFill>
                            <a:srgbClr val="1F1F1F"/>
                          </a:solidFill>
                          <a:effectLst/>
                        </a:rPr>
                        <a:t> </a:t>
                      </a:r>
                      <a:r>
                        <a:rPr lang="tr-TR" sz="1200" b="0" dirty="0" err="1">
                          <a:solidFill>
                            <a:srgbClr val="1F1F1F"/>
                          </a:solidFill>
                          <a:effectLst/>
                        </a:rPr>
                        <a:t>mode</a:t>
                      </a:r>
                      <a:r>
                        <a:rPr lang="tr-TR" sz="1200" b="0" dirty="0">
                          <a:solidFill>
                            <a:srgbClr val="1F1F1F"/>
                          </a:solidFill>
                          <a:effectLst/>
                        </a:rPr>
                        <a:t> </a:t>
                      </a:r>
                      <a:r>
                        <a:rPr lang="tr-TR" sz="1200" b="0" dirty="0" err="1">
                          <a:solidFill>
                            <a:srgbClr val="1F1F1F"/>
                          </a:solidFill>
                          <a:effectLst/>
                        </a:rPr>
                        <a:t>control</a:t>
                      </a:r>
                      <a:r>
                        <a:rPr lang="tr-TR" sz="1200" b="0" dirty="0">
                          <a:solidFill>
                            <a:srgbClr val="1F1F1F"/>
                          </a:solidFill>
                          <a:effectLst/>
                        </a:rPr>
                        <a:t>" OR "optimal </a:t>
                      </a:r>
                      <a:r>
                        <a:rPr lang="tr-TR" sz="1200" b="0" dirty="0" err="1">
                          <a:solidFill>
                            <a:srgbClr val="1F1F1F"/>
                          </a:solidFill>
                          <a:effectLst/>
                        </a:rPr>
                        <a:t>control</a:t>
                      </a:r>
                      <a:r>
                        <a:rPr lang="tr-TR" sz="1200" b="0" dirty="0">
                          <a:solidFill>
                            <a:srgbClr val="1F1F1F"/>
                          </a:solidFill>
                          <a:effectLst/>
                        </a:rPr>
                        <a:t>") AND "</a:t>
                      </a:r>
                      <a:r>
                        <a:rPr lang="tr-TR" sz="1200" b="0" dirty="0" err="1">
                          <a:solidFill>
                            <a:srgbClr val="1F1F1F"/>
                          </a:solidFill>
                          <a:effectLst/>
                        </a:rPr>
                        <a:t>missile</a:t>
                      </a:r>
                      <a:r>
                        <a:rPr lang="tr-TR" sz="1200" b="0" dirty="0">
                          <a:solidFill>
                            <a:srgbClr val="1F1F1F"/>
                          </a:solidFill>
                          <a:effectLst/>
                        </a:rPr>
                        <a:t> </a:t>
                      </a:r>
                      <a:r>
                        <a:rPr lang="tr-TR" sz="1200" b="0" dirty="0" err="1">
                          <a:solidFill>
                            <a:srgbClr val="1F1F1F"/>
                          </a:solidFill>
                          <a:effectLst/>
                        </a:rPr>
                        <a:t>guidance</a:t>
                      </a:r>
                      <a:r>
                        <a:rPr lang="tr-TR" sz="1200" b="0" dirty="0">
                          <a:solidFill>
                            <a:srgbClr val="1F1F1F"/>
                          </a:solidFill>
                          <a:effectLst/>
                        </a:rPr>
                        <a:t>"</a:t>
                      </a:r>
                      <a:endParaRPr lang="tr-TR" sz="1200" dirty="0">
                        <a:solidFill>
                          <a:srgbClr val="1F1F1F"/>
                        </a:solidFill>
                        <a:effectLst/>
                      </a:endParaRPr>
                    </a:p>
                    <a:p>
                      <a:pPr rtl="0">
                        <a:buNone/>
                      </a:pPr>
                      <a:endParaRPr lang="tr-TR" sz="1200" dirty="0">
                        <a:solidFill>
                          <a:srgbClr val="1F1F1F"/>
                        </a:solidFill>
                        <a:effectLst/>
                      </a:endParaRPr>
                    </a:p>
                    <a:p>
                      <a:pPr rtl="0">
                        <a:buNone/>
                      </a:pPr>
                      <a:r>
                        <a:rPr lang="tr-TR" sz="1200" dirty="0">
                          <a:solidFill>
                            <a:srgbClr val="1F1F1F"/>
                          </a:solidFill>
                          <a:effectLst/>
                        </a:rPr>
                        <a:t>• </a:t>
                      </a:r>
                      <a:r>
                        <a:rPr lang="tr-TR" sz="1200" b="0" dirty="0">
                          <a:solidFill>
                            <a:srgbClr val="1F1F1F"/>
                          </a:solidFill>
                          <a:effectLst/>
                        </a:rPr>
                        <a:t>("</a:t>
                      </a:r>
                      <a:r>
                        <a:rPr lang="tr-TR" sz="1200" b="0" dirty="0" err="1">
                          <a:solidFill>
                            <a:srgbClr val="1F1F1F"/>
                          </a:solidFill>
                          <a:effectLst/>
                        </a:rPr>
                        <a:t>cooperative</a:t>
                      </a:r>
                      <a:r>
                        <a:rPr lang="tr-TR" sz="1200" b="0" dirty="0">
                          <a:solidFill>
                            <a:srgbClr val="1F1F1F"/>
                          </a:solidFill>
                          <a:effectLst/>
                        </a:rPr>
                        <a:t> </a:t>
                      </a:r>
                      <a:r>
                        <a:rPr lang="tr-TR" sz="1200" b="0" dirty="0" err="1">
                          <a:solidFill>
                            <a:srgbClr val="1F1F1F"/>
                          </a:solidFill>
                          <a:effectLst/>
                        </a:rPr>
                        <a:t>guidance</a:t>
                      </a:r>
                      <a:r>
                        <a:rPr lang="tr-TR" sz="1200" b="0" dirty="0">
                          <a:solidFill>
                            <a:srgbClr val="1F1F1F"/>
                          </a:solidFill>
                          <a:effectLst/>
                        </a:rPr>
                        <a:t>" OR "</a:t>
                      </a:r>
                      <a:r>
                        <a:rPr lang="tr-TR" sz="1200" b="0" dirty="0" err="1">
                          <a:solidFill>
                            <a:srgbClr val="1F1F1F"/>
                          </a:solidFill>
                          <a:effectLst/>
                        </a:rPr>
                        <a:t>multi-agent</a:t>
                      </a:r>
                      <a:r>
                        <a:rPr lang="tr-TR" sz="1200" b="0" dirty="0">
                          <a:solidFill>
                            <a:srgbClr val="1F1F1F"/>
                          </a:solidFill>
                          <a:effectLst/>
                        </a:rPr>
                        <a:t>") AND ("</a:t>
                      </a:r>
                      <a:r>
                        <a:rPr lang="tr-TR" sz="1200" b="0" dirty="0" err="1">
                          <a:solidFill>
                            <a:srgbClr val="1F1F1F"/>
                          </a:solidFill>
                          <a:effectLst/>
                        </a:rPr>
                        <a:t>reinforcement</a:t>
                      </a:r>
                      <a:r>
                        <a:rPr lang="tr-TR" sz="1200" b="0" dirty="0">
                          <a:solidFill>
                            <a:srgbClr val="1F1F1F"/>
                          </a:solidFill>
                          <a:effectLst/>
                        </a:rPr>
                        <a:t> </a:t>
                      </a:r>
                      <a:r>
                        <a:rPr lang="tr-TR" sz="1200" b="0" dirty="0" err="1">
                          <a:solidFill>
                            <a:srgbClr val="1F1F1F"/>
                          </a:solidFill>
                          <a:effectLst/>
                        </a:rPr>
                        <a:t>learning</a:t>
                      </a:r>
                      <a:r>
                        <a:rPr lang="tr-TR" sz="1200" b="0" dirty="0">
                          <a:solidFill>
                            <a:srgbClr val="1F1F1F"/>
                          </a:solidFill>
                          <a:effectLst/>
                        </a:rPr>
                        <a:t>" OR "DRL") AND "</a:t>
                      </a:r>
                      <a:r>
                        <a:rPr lang="tr-TR" sz="1200" b="0" dirty="0" err="1">
                          <a:solidFill>
                            <a:srgbClr val="1F1F1F"/>
                          </a:solidFill>
                          <a:effectLst/>
                        </a:rPr>
                        <a:t>impact</a:t>
                      </a:r>
                      <a:r>
                        <a:rPr lang="tr-TR" sz="1200" b="0" dirty="0">
                          <a:solidFill>
                            <a:srgbClr val="1F1F1F"/>
                          </a:solidFill>
                          <a:effectLst/>
                        </a:rPr>
                        <a:t> </a:t>
                      </a:r>
                      <a:r>
                        <a:rPr lang="tr-TR" sz="1200" b="0" dirty="0" err="1">
                          <a:solidFill>
                            <a:srgbClr val="1F1F1F"/>
                          </a:solidFill>
                          <a:effectLst/>
                        </a:rPr>
                        <a:t>angle</a:t>
                      </a:r>
                      <a:r>
                        <a:rPr lang="tr-TR" sz="1200" b="0" dirty="0">
                          <a:solidFill>
                            <a:srgbClr val="1F1F1F"/>
                          </a:solidFill>
                          <a:effectLst/>
                        </a:rPr>
                        <a:t>"</a:t>
                      </a:r>
                      <a:endParaRPr lang="tr-TR" sz="1200" dirty="0">
                        <a:solidFill>
                          <a:srgbClr val="1F1F1F"/>
                        </a:solidFill>
                        <a:effectLst/>
                        <a:latin typeface="+mn-lt"/>
                      </a:endParaRPr>
                    </a:p>
                  </a:txBody>
                  <a:tcPr marL="26248" marR="26248" marT="17499" marB="17499" anchor="ctr"/>
                </a:tc>
                <a:tc>
                  <a:txBody>
                    <a:bodyPr/>
                    <a:lstStyle/>
                    <a:p>
                      <a:pPr rtl="0">
                        <a:buNone/>
                      </a:pPr>
                      <a:r>
                        <a:rPr lang="tr-TR" sz="1200" dirty="0">
                          <a:solidFill>
                            <a:srgbClr val="1F1F1F"/>
                          </a:solidFill>
                          <a:effectLst/>
                        </a:rPr>
                        <a:t>• </a:t>
                      </a:r>
                      <a:r>
                        <a:rPr lang="tr-TR" sz="1200" b="1" dirty="0">
                          <a:solidFill>
                            <a:srgbClr val="1F1F1F"/>
                          </a:solidFill>
                          <a:effectLst/>
                        </a:rPr>
                        <a:t>Web of </a:t>
                      </a:r>
                      <a:r>
                        <a:rPr lang="tr-TR" sz="1200" b="1" dirty="0" err="1">
                          <a:solidFill>
                            <a:srgbClr val="1F1F1F"/>
                          </a:solidFill>
                          <a:effectLst/>
                        </a:rPr>
                        <a:t>Science</a:t>
                      </a:r>
                      <a:r>
                        <a:rPr lang="tr-TR" sz="1200" b="1" dirty="0">
                          <a:solidFill>
                            <a:srgbClr val="1F1F1F"/>
                          </a:solidFill>
                          <a:effectLst/>
                        </a:rPr>
                        <a:t> (</a:t>
                      </a:r>
                      <a:r>
                        <a:rPr lang="tr-TR" sz="1200" b="1" dirty="0" err="1">
                          <a:solidFill>
                            <a:srgbClr val="1F1F1F"/>
                          </a:solidFill>
                          <a:effectLst/>
                        </a:rPr>
                        <a:t>WoS</a:t>
                      </a:r>
                      <a:r>
                        <a:rPr lang="tr-TR" sz="1200" b="1" dirty="0">
                          <a:solidFill>
                            <a:srgbClr val="1F1F1F"/>
                          </a:solidFill>
                          <a:effectLst/>
                        </a:rPr>
                        <a:t>)</a:t>
                      </a:r>
                      <a:endParaRPr lang="tr-TR" sz="1200" dirty="0">
                        <a:solidFill>
                          <a:srgbClr val="1F1F1F"/>
                        </a:solidFill>
                        <a:effectLst/>
                      </a:endParaRPr>
                    </a:p>
                    <a:p>
                      <a:pPr rtl="0">
                        <a:buNone/>
                      </a:pPr>
                      <a:br>
                        <a:rPr lang="tr-TR" sz="1200" dirty="0">
                          <a:solidFill>
                            <a:srgbClr val="1F1F1F"/>
                          </a:solidFill>
                          <a:effectLst/>
                        </a:rPr>
                      </a:b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a:solidFill>
                            <a:srgbClr val="1F1F1F"/>
                          </a:solidFill>
                          <a:effectLst/>
                        </a:rPr>
                        <a:t>Google </a:t>
                      </a:r>
                      <a:r>
                        <a:rPr lang="tr-TR" sz="1200" b="1" dirty="0" err="1">
                          <a:solidFill>
                            <a:srgbClr val="1F1F1F"/>
                          </a:solidFill>
                          <a:effectLst/>
                        </a:rPr>
                        <a:t>Scholar</a:t>
                      </a:r>
                      <a:endParaRPr lang="tr-TR" sz="1200" dirty="0">
                        <a:solidFill>
                          <a:srgbClr val="1F1F1F"/>
                        </a:solidFill>
                        <a:effectLst/>
                      </a:endParaRPr>
                    </a:p>
                    <a:p>
                      <a:pPr rtl="0">
                        <a:buNone/>
                      </a:pPr>
                      <a:br>
                        <a:rPr lang="tr-TR" sz="1200" dirty="0">
                          <a:solidFill>
                            <a:srgbClr val="1F1F1F"/>
                          </a:solidFill>
                          <a:effectLst/>
                        </a:rPr>
                      </a:b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a:solidFill>
                            <a:srgbClr val="1F1F1F"/>
                          </a:solidFill>
                          <a:effectLst/>
                        </a:rPr>
                        <a:t>IEEE </a:t>
                      </a:r>
                      <a:r>
                        <a:rPr lang="tr-TR" sz="1200" b="1" dirty="0" err="1">
                          <a:solidFill>
                            <a:srgbClr val="1F1F1F"/>
                          </a:solidFill>
                          <a:effectLst/>
                        </a:rPr>
                        <a:t>Xplore</a:t>
                      </a:r>
                      <a:endParaRPr lang="tr-TR" sz="1200" b="1" dirty="0">
                        <a:solidFill>
                          <a:srgbClr val="1F1F1F"/>
                        </a:solidFill>
                        <a:effectLst/>
                      </a:endParaRPr>
                    </a:p>
                    <a:p>
                      <a:pPr rtl="0">
                        <a:buNone/>
                      </a:pP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err="1">
                          <a:solidFill>
                            <a:srgbClr val="1F1F1F"/>
                          </a:solidFill>
                          <a:effectLst/>
                        </a:rPr>
                        <a:t>ScienceDirect</a:t>
                      </a:r>
                      <a:r>
                        <a:rPr lang="tr-TR" sz="1200" b="1" dirty="0">
                          <a:solidFill>
                            <a:srgbClr val="1F1F1F"/>
                          </a:solidFill>
                          <a:effectLst/>
                        </a:rPr>
                        <a:t> (</a:t>
                      </a:r>
                      <a:r>
                        <a:rPr lang="tr-TR" sz="1200" b="1" dirty="0" err="1">
                          <a:solidFill>
                            <a:srgbClr val="1F1F1F"/>
                          </a:solidFill>
                          <a:effectLst/>
                        </a:rPr>
                        <a:t>Elsevier</a:t>
                      </a:r>
                      <a:r>
                        <a:rPr lang="tr-TR" sz="1200" b="1" dirty="0">
                          <a:solidFill>
                            <a:srgbClr val="1F1F1F"/>
                          </a:solidFill>
                          <a:effectLst/>
                        </a:rPr>
                        <a:t>)</a:t>
                      </a:r>
                      <a:endParaRPr lang="tr-TR" sz="1200" dirty="0">
                        <a:solidFill>
                          <a:srgbClr val="1F1F1F"/>
                        </a:solidFill>
                        <a:effectLst/>
                        <a:latin typeface="+mn-lt"/>
                      </a:endParaRPr>
                    </a:p>
                  </a:txBody>
                  <a:tcPr marL="26248" marR="26248" marT="17499" marB="17499" anchor="ctr"/>
                </a:tc>
                <a:tc>
                  <a:txBody>
                    <a:bodyPr/>
                    <a:lstStyle/>
                    <a:p>
                      <a:pPr rtl="0">
                        <a:buNone/>
                      </a:pPr>
                      <a:r>
                        <a:rPr lang="tr-TR" sz="1200" dirty="0">
                          <a:solidFill>
                            <a:srgbClr val="1F1F1F"/>
                          </a:solidFill>
                          <a:effectLst/>
                        </a:rPr>
                        <a:t>• </a:t>
                      </a:r>
                      <a:r>
                        <a:rPr lang="tr-TR" sz="1200" b="1" dirty="0">
                          <a:solidFill>
                            <a:srgbClr val="1F1F1F"/>
                          </a:solidFill>
                          <a:effectLst/>
                        </a:rPr>
                        <a:t>SCI-</a:t>
                      </a:r>
                      <a:r>
                        <a:rPr lang="tr-TR" sz="1200" b="1" dirty="0" err="1">
                          <a:solidFill>
                            <a:srgbClr val="1F1F1F"/>
                          </a:solidFill>
                          <a:effectLst/>
                        </a:rPr>
                        <a:t>Expanded</a:t>
                      </a:r>
                      <a:endParaRPr lang="tr-TR" sz="1200" dirty="0">
                        <a:solidFill>
                          <a:srgbClr val="1F1F1F"/>
                        </a:solidFill>
                        <a:effectLst/>
                      </a:endParaRPr>
                    </a:p>
                    <a:p>
                      <a:pPr rtl="0">
                        <a:buNone/>
                      </a:pPr>
                      <a:r>
                        <a:rPr lang="tr-TR" sz="1200" dirty="0">
                          <a:solidFill>
                            <a:srgbClr val="1F1F1F"/>
                          </a:solidFill>
                          <a:effectLst/>
                        </a:rPr>
                        <a:t>(</a:t>
                      </a:r>
                      <a:r>
                        <a:rPr lang="tr-TR" sz="1200" dirty="0" err="1">
                          <a:solidFill>
                            <a:srgbClr val="1F1F1F"/>
                          </a:solidFill>
                          <a:effectLst/>
                        </a:rPr>
                        <a:t>Science</a:t>
                      </a:r>
                      <a:r>
                        <a:rPr lang="tr-TR" sz="1200" dirty="0">
                          <a:solidFill>
                            <a:srgbClr val="1F1F1F"/>
                          </a:solidFill>
                          <a:effectLst/>
                        </a:rPr>
                        <a:t> </a:t>
                      </a:r>
                      <a:r>
                        <a:rPr lang="tr-TR" sz="1200" dirty="0" err="1">
                          <a:solidFill>
                            <a:srgbClr val="1F1F1F"/>
                          </a:solidFill>
                          <a:effectLst/>
                        </a:rPr>
                        <a:t>Citation</a:t>
                      </a:r>
                      <a:r>
                        <a:rPr lang="tr-TR" sz="1200" dirty="0">
                          <a:solidFill>
                            <a:srgbClr val="1F1F1F"/>
                          </a:solidFill>
                          <a:effectLst/>
                        </a:rPr>
                        <a:t> Index </a:t>
                      </a:r>
                      <a:r>
                        <a:rPr lang="tr-TR" sz="1200" dirty="0" err="1">
                          <a:solidFill>
                            <a:srgbClr val="1F1F1F"/>
                          </a:solidFill>
                          <a:effectLst/>
                        </a:rPr>
                        <a:t>Expanded</a:t>
                      </a:r>
                      <a:r>
                        <a:rPr lang="tr-TR" sz="1200" dirty="0">
                          <a:solidFill>
                            <a:srgbClr val="1F1F1F"/>
                          </a:solidFill>
                          <a:effectLst/>
                        </a:rPr>
                        <a:t>)</a:t>
                      </a:r>
                    </a:p>
                    <a:p>
                      <a:pPr rtl="0">
                        <a:buNone/>
                      </a:pPr>
                      <a:br>
                        <a:rPr lang="tr-TR" sz="1200" dirty="0">
                          <a:solidFill>
                            <a:srgbClr val="1F1F1F"/>
                          </a:solidFill>
                          <a:effectLst/>
                        </a:rPr>
                      </a:b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a:solidFill>
                            <a:srgbClr val="1F1F1F"/>
                          </a:solidFill>
                          <a:effectLst/>
                        </a:rPr>
                        <a:t>Conference </a:t>
                      </a:r>
                      <a:r>
                        <a:rPr lang="tr-TR" sz="1200" b="1" dirty="0" err="1">
                          <a:solidFill>
                            <a:srgbClr val="1F1F1F"/>
                          </a:solidFill>
                          <a:effectLst/>
                        </a:rPr>
                        <a:t>Proceedings</a:t>
                      </a:r>
                      <a:r>
                        <a:rPr lang="tr-TR" sz="1200" b="1" dirty="0">
                          <a:solidFill>
                            <a:srgbClr val="1F1F1F"/>
                          </a:solidFill>
                          <a:effectLst/>
                        </a:rPr>
                        <a:t> </a:t>
                      </a:r>
                      <a:r>
                        <a:rPr lang="tr-TR" sz="1200" b="1" dirty="0" err="1">
                          <a:solidFill>
                            <a:srgbClr val="1F1F1F"/>
                          </a:solidFill>
                          <a:effectLst/>
                        </a:rPr>
                        <a:t>Citation</a:t>
                      </a:r>
                      <a:r>
                        <a:rPr lang="tr-TR" sz="1200" b="1" dirty="0">
                          <a:solidFill>
                            <a:srgbClr val="1F1F1F"/>
                          </a:solidFill>
                          <a:effectLst/>
                        </a:rPr>
                        <a:t> Index (CPCI)</a:t>
                      </a:r>
                      <a:endParaRPr lang="tr-TR" sz="1200" dirty="0">
                        <a:solidFill>
                          <a:srgbClr val="1F1F1F"/>
                        </a:solidFill>
                        <a:effectLst/>
                        <a:latin typeface="+mn-lt"/>
                      </a:endParaRPr>
                    </a:p>
                  </a:txBody>
                  <a:tcPr marL="26248" marR="26248" marT="17499" marB="17499" anchor="ctr"/>
                </a:tc>
                <a:tc>
                  <a:txBody>
                    <a:bodyPr/>
                    <a:lstStyle/>
                    <a:p>
                      <a:pPr rtl="0">
                        <a:buNone/>
                      </a:pPr>
                      <a:r>
                        <a:rPr lang="tr-TR" sz="1200" dirty="0">
                          <a:solidFill>
                            <a:srgbClr val="1F1F1F"/>
                          </a:solidFill>
                          <a:effectLst/>
                        </a:rPr>
                        <a:t>• </a:t>
                      </a:r>
                      <a:r>
                        <a:rPr lang="tr-TR" sz="1200" b="1" dirty="0">
                          <a:solidFill>
                            <a:srgbClr val="1F1F1F"/>
                          </a:solidFill>
                          <a:effectLst/>
                        </a:rPr>
                        <a:t>Dil Şartı:</a:t>
                      </a:r>
                      <a:r>
                        <a:rPr lang="tr-TR" sz="1200" dirty="0">
                          <a:solidFill>
                            <a:srgbClr val="1F1F1F"/>
                          </a:solidFill>
                          <a:effectLst/>
                        </a:rPr>
                        <a:t> Uluslararası literatür standardı gereği sadece İngilizce tam metin yayınlar filtrelenmiştir.</a:t>
                      </a:r>
                    </a:p>
                    <a:p>
                      <a:pPr rtl="0">
                        <a:buNone/>
                      </a:pPr>
                      <a:br>
                        <a:rPr lang="tr-TR" sz="1200" dirty="0">
                          <a:solidFill>
                            <a:srgbClr val="1F1F1F"/>
                          </a:solidFill>
                          <a:effectLst/>
                        </a:rPr>
                      </a:b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a:solidFill>
                            <a:srgbClr val="1F1F1F"/>
                          </a:solidFill>
                          <a:effectLst/>
                        </a:rPr>
                        <a:t>Tür Önceliği:</a:t>
                      </a:r>
                      <a:r>
                        <a:rPr lang="tr-TR" sz="1200" dirty="0">
                          <a:solidFill>
                            <a:srgbClr val="1F1F1F"/>
                          </a:solidFill>
                          <a:effectLst/>
                        </a:rPr>
                        <a:t> Sadece indeksli hakemli dergi makaleleri ve kıdemli konferans bildirileri önceliklendirilmiştir. Q1 ve Q2 seviyeli </a:t>
                      </a:r>
                      <a:r>
                        <a:rPr lang="tr-TR" sz="1200" dirty="0" err="1">
                          <a:solidFill>
                            <a:srgbClr val="1F1F1F"/>
                          </a:solidFill>
                          <a:effectLst/>
                        </a:rPr>
                        <a:t>makeleler</a:t>
                      </a:r>
                      <a:r>
                        <a:rPr lang="tr-TR" sz="1200" dirty="0">
                          <a:solidFill>
                            <a:srgbClr val="1F1F1F"/>
                          </a:solidFill>
                          <a:effectLst/>
                        </a:rPr>
                        <a:t> önceliklendirilmiştir.</a:t>
                      </a:r>
                      <a:endParaRPr lang="tr-TR" sz="1200" dirty="0">
                        <a:solidFill>
                          <a:srgbClr val="1F1F1F"/>
                        </a:solidFill>
                        <a:effectLst/>
                        <a:latin typeface="+mn-lt"/>
                      </a:endParaRPr>
                    </a:p>
                  </a:txBody>
                  <a:tcPr marL="26248" marR="26248" marT="17499" marB="17499" anchor="ctr"/>
                </a:tc>
                <a:tc>
                  <a:txBody>
                    <a:bodyPr/>
                    <a:lstStyle/>
                    <a:p>
                      <a:pPr rtl="0">
                        <a:buNone/>
                      </a:pPr>
                      <a:r>
                        <a:rPr lang="tr-TR" sz="1200" dirty="0">
                          <a:solidFill>
                            <a:srgbClr val="1F1F1F"/>
                          </a:solidFill>
                          <a:effectLst/>
                        </a:rPr>
                        <a:t>• </a:t>
                      </a:r>
                      <a:r>
                        <a:rPr lang="tr-TR" sz="1200" b="1" dirty="0">
                          <a:solidFill>
                            <a:srgbClr val="1F1F1F"/>
                          </a:solidFill>
                          <a:effectLst/>
                        </a:rPr>
                        <a:t>IEEE</a:t>
                      </a:r>
                      <a:endParaRPr lang="tr-TR" sz="1200" dirty="0">
                        <a:solidFill>
                          <a:srgbClr val="1F1F1F"/>
                        </a:solidFill>
                        <a:effectLst/>
                      </a:endParaRPr>
                    </a:p>
                    <a:p>
                      <a:pPr rtl="0">
                        <a:buNone/>
                      </a:pP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a:solidFill>
                            <a:srgbClr val="1F1F1F"/>
                          </a:solidFill>
                          <a:effectLst/>
                        </a:rPr>
                        <a:t>AIAA</a:t>
                      </a:r>
                      <a:endParaRPr lang="tr-TR" sz="1200" dirty="0">
                        <a:solidFill>
                          <a:srgbClr val="1F1F1F"/>
                        </a:solidFill>
                        <a:effectLst/>
                      </a:endParaRPr>
                    </a:p>
                    <a:p>
                      <a:pPr rtl="0">
                        <a:buNone/>
                      </a:pP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err="1">
                          <a:solidFill>
                            <a:srgbClr val="1F1F1F"/>
                          </a:solidFill>
                          <a:effectLst/>
                        </a:rPr>
                        <a:t>Elsevier</a:t>
                      </a:r>
                      <a:r>
                        <a:rPr lang="tr-TR" sz="1200" b="1" dirty="0">
                          <a:solidFill>
                            <a:srgbClr val="1F1F1F"/>
                          </a:solidFill>
                          <a:effectLst/>
                        </a:rPr>
                        <a:t> / </a:t>
                      </a:r>
                      <a:r>
                        <a:rPr lang="tr-TR" sz="1200" b="1" dirty="0" err="1">
                          <a:solidFill>
                            <a:srgbClr val="1F1F1F"/>
                          </a:solidFill>
                          <a:effectLst/>
                        </a:rPr>
                        <a:t>ScienceDirect</a:t>
                      </a:r>
                      <a:endParaRPr lang="tr-TR" sz="1200" dirty="0">
                        <a:solidFill>
                          <a:srgbClr val="1F1F1F"/>
                        </a:solidFill>
                        <a:effectLst/>
                      </a:endParaRPr>
                    </a:p>
                    <a:p>
                      <a:pPr rtl="0">
                        <a:buNone/>
                      </a:pP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err="1">
                          <a:solidFill>
                            <a:srgbClr val="1F1F1F"/>
                          </a:solidFill>
                          <a:effectLst/>
                        </a:rPr>
                        <a:t>Springer</a:t>
                      </a:r>
                      <a:endParaRPr lang="tr-TR" sz="1200" dirty="0">
                        <a:solidFill>
                          <a:srgbClr val="1F1F1F"/>
                        </a:solidFill>
                        <a:effectLst/>
                      </a:endParaRPr>
                    </a:p>
                    <a:p>
                      <a:pPr rtl="0">
                        <a:buNone/>
                      </a:pP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a:solidFill>
                            <a:srgbClr val="1F1F1F"/>
                          </a:solidFill>
                          <a:effectLst/>
                        </a:rPr>
                        <a:t>MDPI</a:t>
                      </a:r>
                      <a:endParaRPr lang="tr-TR" sz="1200" dirty="0">
                        <a:solidFill>
                          <a:srgbClr val="1F1F1F"/>
                        </a:solidFill>
                        <a:effectLst/>
                      </a:endParaRPr>
                    </a:p>
                    <a:p>
                      <a:pPr rtl="0">
                        <a:buNone/>
                      </a:pPr>
                      <a:br>
                        <a:rPr lang="tr-TR" sz="1200" dirty="0">
                          <a:solidFill>
                            <a:srgbClr val="1F1F1F"/>
                          </a:solidFill>
                          <a:effectLst/>
                        </a:rPr>
                      </a:br>
                      <a:endParaRPr lang="tr-TR" sz="1200" dirty="0">
                        <a:solidFill>
                          <a:srgbClr val="1F1F1F"/>
                        </a:solidFill>
                        <a:effectLst/>
                      </a:endParaRPr>
                    </a:p>
                    <a:p>
                      <a:pPr rtl="0">
                        <a:buNone/>
                      </a:pPr>
                      <a:r>
                        <a:rPr lang="tr-TR" sz="1200" dirty="0">
                          <a:solidFill>
                            <a:srgbClr val="1F1F1F"/>
                          </a:solidFill>
                          <a:effectLst/>
                        </a:rPr>
                        <a:t>• </a:t>
                      </a:r>
                      <a:r>
                        <a:rPr lang="tr-TR" sz="1200" b="1" dirty="0" err="1">
                          <a:solidFill>
                            <a:srgbClr val="1F1F1F"/>
                          </a:solidFill>
                          <a:effectLst/>
                        </a:rPr>
                        <a:t>Wiley</a:t>
                      </a:r>
                      <a:endParaRPr lang="tr-TR" sz="1200" dirty="0">
                        <a:solidFill>
                          <a:srgbClr val="1F1F1F"/>
                        </a:solidFill>
                        <a:effectLst/>
                        <a:latin typeface="+mn-lt"/>
                      </a:endParaRPr>
                    </a:p>
                  </a:txBody>
                  <a:tcPr marL="26248" marR="26248" marT="17499" marB="17499" anchor="ctr"/>
                </a:tc>
                <a:extLst>
                  <a:ext uri="{0D108BD9-81ED-4DB2-BD59-A6C34878D82A}">
                    <a16:rowId xmlns:a16="http://schemas.microsoft.com/office/drawing/2014/main" val="2909097335"/>
                  </a:ext>
                </a:extLst>
              </a:tr>
            </a:tbl>
          </a:graphicData>
        </a:graphic>
      </p:graphicFrame>
      <p:sp>
        <p:nvSpPr>
          <p:cNvPr id="4" name="Metin kutusu 3">
            <a:extLst>
              <a:ext uri="{FF2B5EF4-FFF2-40B4-BE49-F238E27FC236}">
                <a16:creationId xmlns:a16="http://schemas.microsoft.com/office/drawing/2014/main" id="{F105173E-7FA2-3964-B73B-C534EF810E53}"/>
              </a:ext>
            </a:extLst>
          </p:cNvPr>
          <p:cNvSpPr txBox="1"/>
          <p:nvPr/>
        </p:nvSpPr>
        <p:spPr>
          <a:xfrm>
            <a:off x="345875" y="2168226"/>
            <a:ext cx="4079039" cy="276999"/>
          </a:xfrm>
          <a:prstGeom prst="rect">
            <a:avLst/>
          </a:prstGeom>
          <a:noFill/>
        </p:spPr>
        <p:txBody>
          <a:bodyPr wrap="square">
            <a:spAutoFit/>
          </a:bodyPr>
          <a:lstStyle/>
          <a:p>
            <a:pPr algn="just"/>
            <a:r>
              <a:rPr lang="tr-TR" sz="1200" b="1" dirty="0">
                <a:solidFill>
                  <a:schemeClr val="dk1"/>
                </a:solidFill>
                <a:ea typeface="Roboto"/>
                <a:cs typeface="Arial" panose="020B0604020202020204" pitchFamily="34" charset="0"/>
                <a:sym typeface="Roboto"/>
              </a:rPr>
              <a:t>Tablo 1. </a:t>
            </a:r>
            <a:r>
              <a:rPr lang="tr-TR" sz="1200" dirty="0">
                <a:solidFill>
                  <a:schemeClr val="dk1"/>
                </a:solidFill>
                <a:ea typeface="Roboto"/>
                <a:cs typeface="Arial" panose="020B0604020202020204" pitchFamily="34" charset="0"/>
                <a:sym typeface="Roboto"/>
              </a:rPr>
              <a:t>Arama stratejisi ve sorgu detayı tablosu. </a:t>
            </a:r>
          </a:p>
        </p:txBody>
      </p:sp>
    </p:spTree>
    <p:extLst>
      <p:ext uri="{BB962C8B-B14F-4D97-AF65-F5344CB8AC3E}">
        <p14:creationId xmlns:p14="http://schemas.microsoft.com/office/powerpoint/2010/main" val="1409920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B1ECD-034E-8C32-F782-D0FB4A1D36D3}"/>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C3397F56-9652-BBC0-1633-BF1958B26F27}"/>
              </a:ext>
            </a:extLst>
          </p:cNvPr>
          <p:cNvSpPr>
            <a:spLocks noGrp="1"/>
          </p:cNvSpPr>
          <p:nvPr>
            <p:ph type="title"/>
          </p:nvPr>
        </p:nvSpPr>
        <p:spPr>
          <a:xfrm>
            <a:off x="71407" y="1161968"/>
            <a:ext cx="9650983" cy="420871"/>
          </a:xfrm>
        </p:spPr>
        <p:txBody>
          <a:bodyPr>
            <a:normAutofit fontScale="90000"/>
          </a:bodyPr>
          <a:lstStyle/>
          <a:p>
            <a:pPr lvl="1" algn="l" defTabSz="990295" rtl="0">
              <a:lnSpc>
                <a:spcPct val="90000"/>
              </a:lnSpc>
              <a:spcBef>
                <a:spcPts val="1083"/>
              </a:spcBef>
            </a:pPr>
            <a:r>
              <a:rPr lang="tr-TR" sz="2800" b="1" dirty="0">
                <a:solidFill>
                  <a:schemeClr val="tx1"/>
                </a:solidFill>
                <a:latin typeface="+mn-lt"/>
              </a:rPr>
              <a:t>Literatür İncelemesi</a:t>
            </a:r>
            <a:endParaRPr lang="tr-TR" sz="2800" b="1" kern="1200" dirty="0">
              <a:solidFill>
                <a:schemeClr val="tx1"/>
              </a:solidFill>
              <a:latin typeface="+mn-lt"/>
              <a:ea typeface="+mn-ea"/>
              <a:cs typeface="+mn-cs"/>
            </a:endParaRPr>
          </a:p>
        </p:txBody>
      </p:sp>
      <p:graphicFrame>
        <p:nvGraphicFramePr>
          <p:cNvPr id="7" name="Tablo 6">
            <a:extLst>
              <a:ext uri="{FF2B5EF4-FFF2-40B4-BE49-F238E27FC236}">
                <a16:creationId xmlns:a16="http://schemas.microsoft.com/office/drawing/2014/main" id="{8EC61BDD-6DEB-F312-8D49-A293C54635E8}"/>
              </a:ext>
            </a:extLst>
          </p:cNvPr>
          <p:cNvGraphicFramePr>
            <a:graphicFrameLocks noGrp="1"/>
          </p:cNvGraphicFramePr>
          <p:nvPr>
            <p:extLst>
              <p:ext uri="{D42A27DB-BD31-4B8C-83A1-F6EECF244321}">
                <p14:modId xmlns:p14="http://schemas.microsoft.com/office/powerpoint/2010/main" val="3728595114"/>
              </p:ext>
            </p:extLst>
          </p:nvPr>
        </p:nvGraphicFramePr>
        <p:xfrm>
          <a:off x="175084" y="2003710"/>
          <a:ext cx="9547307" cy="5590891"/>
        </p:xfrm>
        <a:graphic>
          <a:graphicData uri="http://schemas.openxmlformats.org/drawingml/2006/table">
            <a:tbl>
              <a:tblPr firstRow="1" bandRow="1">
                <a:tableStyleId>{D7AC3CCA-C797-4891-BE02-D94E43425B78}</a:tableStyleId>
              </a:tblPr>
              <a:tblGrid>
                <a:gridCol w="1109144">
                  <a:extLst>
                    <a:ext uri="{9D8B030D-6E8A-4147-A177-3AD203B41FA5}">
                      <a16:colId xmlns:a16="http://schemas.microsoft.com/office/drawing/2014/main" val="2968204226"/>
                    </a:ext>
                  </a:extLst>
                </a:gridCol>
                <a:gridCol w="1430154">
                  <a:extLst>
                    <a:ext uri="{9D8B030D-6E8A-4147-A177-3AD203B41FA5}">
                      <a16:colId xmlns:a16="http://schemas.microsoft.com/office/drawing/2014/main" val="3736734046"/>
                    </a:ext>
                  </a:extLst>
                </a:gridCol>
                <a:gridCol w="1449480">
                  <a:extLst>
                    <a:ext uri="{9D8B030D-6E8A-4147-A177-3AD203B41FA5}">
                      <a16:colId xmlns:a16="http://schemas.microsoft.com/office/drawing/2014/main" val="2293089791"/>
                    </a:ext>
                  </a:extLst>
                </a:gridCol>
                <a:gridCol w="2019610">
                  <a:extLst>
                    <a:ext uri="{9D8B030D-6E8A-4147-A177-3AD203B41FA5}">
                      <a16:colId xmlns:a16="http://schemas.microsoft.com/office/drawing/2014/main" val="3918410184"/>
                    </a:ext>
                  </a:extLst>
                </a:gridCol>
                <a:gridCol w="1352848">
                  <a:extLst>
                    <a:ext uri="{9D8B030D-6E8A-4147-A177-3AD203B41FA5}">
                      <a16:colId xmlns:a16="http://schemas.microsoft.com/office/drawing/2014/main" val="1751116366"/>
                    </a:ext>
                  </a:extLst>
                </a:gridCol>
                <a:gridCol w="927668">
                  <a:extLst>
                    <a:ext uri="{9D8B030D-6E8A-4147-A177-3AD203B41FA5}">
                      <a16:colId xmlns:a16="http://schemas.microsoft.com/office/drawing/2014/main" val="2953794580"/>
                    </a:ext>
                  </a:extLst>
                </a:gridCol>
                <a:gridCol w="1258403">
                  <a:extLst>
                    <a:ext uri="{9D8B030D-6E8A-4147-A177-3AD203B41FA5}">
                      <a16:colId xmlns:a16="http://schemas.microsoft.com/office/drawing/2014/main" val="3020470099"/>
                    </a:ext>
                  </a:extLst>
                </a:gridCol>
              </a:tblGrid>
              <a:tr h="293091">
                <a:tc>
                  <a:txBody>
                    <a:bodyPr/>
                    <a:lstStyle/>
                    <a:p>
                      <a:pPr rtl="0">
                        <a:buNone/>
                      </a:pPr>
                      <a:r>
                        <a:rPr lang="tr-TR" sz="900" b="1" dirty="0">
                          <a:solidFill>
                            <a:srgbClr val="1F1F1F"/>
                          </a:solidFill>
                          <a:effectLst/>
                          <a:latin typeface="+mn-lt"/>
                        </a:rPr>
                        <a:t>Referans ve Çalışma (Yazar vd., Yıl)</a:t>
                      </a:r>
                      <a:endParaRPr lang="tr-TR" sz="900" dirty="0">
                        <a:solidFill>
                          <a:srgbClr val="1F1F1F"/>
                        </a:solidFill>
                        <a:effectLst/>
                        <a:latin typeface="+mn-lt"/>
                      </a:endParaRPr>
                    </a:p>
                  </a:txBody>
                  <a:tcPr marL="12509" marR="12509" marT="8340" marB="8340" anchor="ctr"/>
                </a:tc>
                <a:tc>
                  <a:txBody>
                    <a:bodyPr/>
                    <a:lstStyle/>
                    <a:p>
                      <a:pPr rtl="0">
                        <a:buNone/>
                      </a:pPr>
                      <a:r>
                        <a:rPr lang="tr-TR" sz="900" b="1" dirty="0">
                          <a:solidFill>
                            <a:srgbClr val="1F1F1F"/>
                          </a:solidFill>
                          <a:effectLst/>
                          <a:latin typeface="+mn-lt"/>
                        </a:rPr>
                        <a:t>Kinematik / Uzay Modeli</a:t>
                      </a:r>
                      <a:endParaRPr lang="tr-TR" sz="900" dirty="0">
                        <a:solidFill>
                          <a:srgbClr val="1F1F1F"/>
                        </a:solidFill>
                        <a:effectLst/>
                        <a:latin typeface="+mn-lt"/>
                      </a:endParaRPr>
                    </a:p>
                  </a:txBody>
                  <a:tcPr marL="12509" marR="12509" marT="8340" marB="8340" anchor="ctr"/>
                </a:tc>
                <a:tc>
                  <a:txBody>
                    <a:bodyPr/>
                    <a:lstStyle/>
                    <a:p>
                      <a:pPr rtl="0">
                        <a:buNone/>
                      </a:pPr>
                      <a:r>
                        <a:rPr lang="tr-TR" sz="900" b="1" dirty="0">
                          <a:solidFill>
                            <a:srgbClr val="1F1F1F"/>
                          </a:solidFill>
                          <a:effectLst/>
                          <a:latin typeface="+mn-lt"/>
                        </a:rPr>
                        <a:t>Eylem Çıktısı (Komut Türü)</a:t>
                      </a:r>
                      <a:endParaRPr lang="tr-TR" sz="900" dirty="0">
                        <a:solidFill>
                          <a:srgbClr val="1F1F1F"/>
                        </a:solidFill>
                        <a:effectLst/>
                        <a:latin typeface="+mn-lt"/>
                      </a:endParaRPr>
                    </a:p>
                  </a:txBody>
                  <a:tcPr marL="12509" marR="12509" marT="8340" marB="8340" anchor="ctr"/>
                </a:tc>
                <a:tc>
                  <a:txBody>
                    <a:bodyPr/>
                    <a:lstStyle/>
                    <a:p>
                      <a:pPr rtl="0">
                        <a:buNone/>
                      </a:pPr>
                      <a:r>
                        <a:rPr lang="tr-TR" sz="900" b="1" dirty="0">
                          <a:solidFill>
                            <a:srgbClr val="1F1F1F"/>
                          </a:solidFill>
                          <a:effectLst/>
                          <a:latin typeface="+mn-lt"/>
                        </a:rPr>
                        <a:t>Gürbüzlük Kısıtları / Bozucu Faktörler</a:t>
                      </a:r>
                      <a:endParaRPr lang="tr-TR" sz="900" dirty="0">
                        <a:solidFill>
                          <a:srgbClr val="1F1F1F"/>
                        </a:solidFill>
                        <a:effectLst/>
                        <a:latin typeface="+mn-lt"/>
                      </a:endParaRPr>
                    </a:p>
                  </a:txBody>
                  <a:tcPr marL="12509" marR="12509" marT="8340" marB="8340" anchor="ctr"/>
                </a:tc>
                <a:tc>
                  <a:txBody>
                    <a:bodyPr/>
                    <a:lstStyle/>
                    <a:p>
                      <a:pPr rtl="0">
                        <a:buNone/>
                      </a:pPr>
                      <a:r>
                        <a:rPr lang="tr-TR" sz="900" b="1" dirty="0">
                          <a:solidFill>
                            <a:srgbClr val="1F1F1F"/>
                          </a:solidFill>
                          <a:effectLst/>
                          <a:latin typeface="+mn-lt"/>
                        </a:rPr>
                        <a:t>Hedef Durumu</a:t>
                      </a:r>
                      <a:endParaRPr lang="tr-TR" sz="900" dirty="0">
                        <a:solidFill>
                          <a:srgbClr val="1F1F1F"/>
                        </a:solidFill>
                        <a:effectLst/>
                        <a:latin typeface="+mn-lt"/>
                      </a:endParaRPr>
                    </a:p>
                  </a:txBody>
                  <a:tcPr marL="12509" marR="12509" marT="8340" marB="8340" anchor="ctr"/>
                </a:tc>
                <a:tc>
                  <a:txBody>
                    <a:bodyPr/>
                    <a:lstStyle/>
                    <a:p>
                      <a:pPr rtl="0">
                        <a:buNone/>
                      </a:pPr>
                      <a:r>
                        <a:rPr lang="tr-TR" sz="900" b="1" dirty="0">
                          <a:solidFill>
                            <a:srgbClr val="1F1F1F"/>
                          </a:solidFill>
                          <a:effectLst/>
                          <a:latin typeface="+mn-lt"/>
                        </a:rPr>
                        <a:t>Kullanılan DRL Algoritması</a:t>
                      </a:r>
                      <a:endParaRPr lang="tr-TR" sz="900" dirty="0">
                        <a:solidFill>
                          <a:srgbClr val="1F1F1F"/>
                        </a:solidFill>
                        <a:effectLst/>
                        <a:latin typeface="+mn-lt"/>
                      </a:endParaRPr>
                    </a:p>
                  </a:txBody>
                  <a:tcPr marL="12509" marR="12509" marT="8340" marB="8340" anchor="ctr"/>
                </a:tc>
                <a:tc>
                  <a:txBody>
                    <a:bodyPr/>
                    <a:lstStyle/>
                    <a:p>
                      <a:pPr rtl="0">
                        <a:buNone/>
                      </a:pPr>
                      <a:r>
                        <a:rPr lang="tr-TR" sz="900" b="1" dirty="0">
                          <a:solidFill>
                            <a:srgbClr val="1F1F1F"/>
                          </a:solidFill>
                          <a:effectLst/>
                          <a:latin typeface="+mn-lt"/>
                        </a:rPr>
                        <a:t>Doğrulama Yöntemi</a:t>
                      </a:r>
                      <a:endParaRPr lang="tr-TR" sz="900" dirty="0">
                        <a:solidFill>
                          <a:srgbClr val="1F1F1F"/>
                        </a:solidFill>
                        <a:effectLst/>
                        <a:latin typeface="+mn-lt"/>
                      </a:endParaRPr>
                    </a:p>
                  </a:txBody>
                  <a:tcPr marL="12509" marR="12509" marT="8340" marB="8340" anchor="ctr"/>
                </a:tc>
                <a:extLst>
                  <a:ext uri="{0D108BD9-81ED-4DB2-BD59-A6C34878D82A}">
                    <a16:rowId xmlns:a16="http://schemas.microsoft.com/office/drawing/2014/main" val="658306099"/>
                  </a:ext>
                </a:extLst>
              </a:tr>
              <a:tr h="293091">
                <a:tc>
                  <a:txBody>
                    <a:bodyPr/>
                    <a:lstStyle/>
                    <a:p>
                      <a:pPr rtl="0">
                        <a:buNone/>
                      </a:pPr>
                      <a:r>
                        <a:rPr lang="tr-TR" sz="900" b="1" dirty="0">
                          <a:solidFill>
                            <a:srgbClr val="1F1F1F"/>
                          </a:solidFill>
                          <a:effectLst/>
                          <a:latin typeface="+mn-lt"/>
                        </a:rPr>
                        <a:t>Wang vd., 2024</a:t>
                      </a:r>
                      <a:endParaRPr lang="tr-TR" sz="900" dirty="0">
                        <a:solidFill>
                          <a:srgbClr val="1F1F1F"/>
                        </a:solidFill>
                        <a:effectLst/>
                        <a:latin typeface="+mn-lt"/>
                      </a:endParaRPr>
                    </a:p>
                  </a:txBody>
                  <a:tcPr marL="12509" marR="12509" marT="8340" marB="8340" anchor="ctr"/>
                </a:tc>
                <a:tc>
                  <a:txBody>
                    <a:bodyPr/>
                    <a:lstStyle/>
                    <a:p>
                      <a:pPr rtl="0">
                        <a:buNone/>
                      </a:pPr>
                      <a:r>
                        <a:rPr lang="tr-TR" sz="900">
                          <a:solidFill>
                            <a:srgbClr val="1F1F1F"/>
                          </a:solidFill>
                          <a:effectLst/>
                          <a:latin typeface="+mn-lt"/>
                        </a:rPr>
                        <a:t>2B Düzlemsel Nokta Kinematiği</a:t>
                      </a:r>
                    </a:p>
                  </a:txBody>
                  <a:tcPr marL="12509" marR="12509" marT="8340" marB="8340" anchor="ctr"/>
                </a:tc>
                <a:tc>
                  <a:txBody>
                    <a:bodyPr/>
                    <a:lstStyle/>
                    <a:p>
                      <a:pPr rtl="0">
                        <a:buNone/>
                      </a:pPr>
                      <a:r>
                        <a:rPr lang="tr-TR" sz="900">
                          <a:solidFill>
                            <a:srgbClr val="1F1F1F"/>
                          </a:solidFill>
                          <a:effectLst/>
                          <a:latin typeface="+mn-lt"/>
                        </a:rPr>
                        <a:t>Sürekli İvme Ön Yargısı (Bias)</a:t>
                      </a:r>
                    </a:p>
                  </a:txBody>
                  <a:tcPr marL="12509" marR="12509" marT="8340" marB="8340" anchor="ctr"/>
                </a:tc>
                <a:tc>
                  <a:txBody>
                    <a:bodyPr/>
                    <a:lstStyle/>
                    <a:p>
                      <a:pPr rtl="0">
                        <a:buNone/>
                      </a:pPr>
                      <a:r>
                        <a:rPr lang="tr-TR" sz="900" dirty="0">
                          <a:solidFill>
                            <a:srgbClr val="1F1F1F"/>
                          </a:solidFill>
                          <a:effectLst/>
                          <a:latin typeface="+mn-lt"/>
                        </a:rPr>
                        <a:t>Aerodinamik Faktörler Sürükleme Kuvveti, Yerçekimi Kuvveti vb.</a:t>
                      </a:r>
                    </a:p>
                  </a:txBody>
                  <a:tcPr marL="12509" marR="12509" marT="8340" marB="8340" anchor="ctr"/>
                </a:tc>
                <a:tc>
                  <a:txBody>
                    <a:bodyPr/>
                    <a:lstStyle/>
                    <a:p>
                      <a:pPr rtl="0">
                        <a:buNone/>
                      </a:pPr>
                      <a:r>
                        <a:rPr lang="tr-TR" sz="900" dirty="0">
                          <a:solidFill>
                            <a:srgbClr val="1F1F1F"/>
                          </a:solidFill>
                          <a:effectLst/>
                          <a:latin typeface="+mn-lt"/>
                        </a:rPr>
                        <a:t>Manevralı ve Sabit Duran Hedef</a:t>
                      </a:r>
                    </a:p>
                  </a:txBody>
                  <a:tcPr marL="12509" marR="12509" marT="8340" marB="8340" anchor="ctr"/>
                </a:tc>
                <a:tc>
                  <a:txBody>
                    <a:bodyPr/>
                    <a:lstStyle/>
                    <a:p>
                      <a:pPr rtl="0">
                        <a:buNone/>
                      </a:pPr>
                      <a:r>
                        <a:rPr lang="tr-TR" sz="900" dirty="0">
                          <a:solidFill>
                            <a:srgbClr val="1F1F1F"/>
                          </a:solidFill>
                          <a:effectLst/>
                          <a:latin typeface="+mn-lt"/>
                        </a:rPr>
                        <a:t>SAC-BPN</a:t>
                      </a:r>
                    </a:p>
                  </a:txBody>
                  <a:tcPr marL="12509" marR="12509" marT="8340" marB="8340" anchor="ctr"/>
                </a:tc>
                <a:tc>
                  <a:txBody>
                    <a:bodyPr/>
                    <a:lstStyle/>
                    <a:p>
                      <a:pPr rtl="0">
                        <a:buNone/>
                      </a:pPr>
                      <a:r>
                        <a:rPr lang="tr-TR" sz="900" dirty="0">
                          <a:solidFill>
                            <a:srgbClr val="1F1F1F"/>
                          </a:solidFill>
                          <a:effectLst/>
                          <a:latin typeface="+mn-lt"/>
                        </a:rPr>
                        <a:t>Monte Carlo Sayısal Simülasyon</a:t>
                      </a:r>
                    </a:p>
                  </a:txBody>
                  <a:tcPr marL="12509" marR="12509" marT="8340" marB="8340" anchor="ctr"/>
                </a:tc>
                <a:extLst>
                  <a:ext uri="{0D108BD9-81ED-4DB2-BD59-A6C34878D82A}">
                    <a16:rowId xmlns:a16="http://schemas.microsoft.com/office/drawing/2014/main" val="599375775"/>
                  </a:ext>
                </a:extLst>
              </a:tr>
              <a:tr h="552812">
                <a:tc>
                  <a:txBody>
                    <a:bodyPr/>
                    <a:lstStyle/>
                    <a:p>
                      <a:pPr rtl="0">
                        <a:buNone/>
                      </a:pPr>
                      <a:r>
                        <a:rPr lang="tr-TR" sz="900" b="1" dirty="0" err="1">
                          <a:solidFill>
                            <a:srgbClr val="1F1F1F"/>
                          </a:solidFill>
                          <a:effectLst/>
                          <a:latin typeface="+mn-lt"/>
                        </a:rPr>
                        <a:t>Guo</a:t>
                      </a:r>
                      <a:r>
                        <a:rPr lang="tr-TR" sz="900" b="1" dirty="0">
                          <a:solidFill>
                            <a:srgbClr val="1F1F1F"/>
                          </a:solidFill>
                          <a:effectLst/>
                          <a:latin typeface="+mn-lt"/>
                        </a:rPr>
                        <a:t> vd., 2025</a:t>
                      </a:r>
                      <a:endParaRPr lang="tr-TR" sz="900" dirty="0">
                        <a:solidFill>
                          <a:srgbClr val="1F1F1F"/>
                        </a:solidFill>
                        <a:effectLst/>
                        <a:latin typeface="+mn-lt"/>
                      </a:endParaRPr>
                    </a:p>
                  </a:txBody>
                  <a:tcPr marL="12509" marR="12509" marT="8340" marB="8340" anchor="ctr"/>
                </a:tc>
                <a:tc>
                  <a:txBody>
                    <a:bodyPr/>
                    <a:lstStyle/>
                    <a:p>
                      <a:pPr rtl="0">
                        <a:buNone/>
                      </a:pPr>
                      <a:r>
                        <a:rPr lang="tr-TR" sz="900" dirty="0">
                          <a:solidFill>
                            <a:srgbClr val="1F1F1F"/>
                          </a:solidFill>
                          <a:effectLst/>
                          <a:latin typeface="+mn-lt"/>
                        </a:rPr>
                        <a:t>3B Nokta Kinematiği / 3DOF</a:t>
                      </a:r>
                    </a:p>
                  </a:txBody>
                  <a:tcPr marL="12509" marR="12509" marT="8340" marB="8340" anchor="ctr"/>
                </a:tc>
                <a:tc>
                  <a:txBody>
                    <a:bodyPr/>
                    <a:lstStyle/>
                    <a:p>
                      <a:pPr rtl="0">
                        <a:buNone/>
                      </a:pPr>
                      <a:r>
                        <a:rPr lang="tr-TR" sz="900">
                          <a:solidFill>
                            <a:srgbClr val="1F1F1F"/>
                          </a:solidFill>
                          <a:effectLst/>
                          <a:latin typeface="+mn-lt"/>
                        </a:rPr>
                        <a:t>Sürekli Doğrudan İvme Komutları (Normal ve Yanal İvme Komutları)</a:t>
                      </a:r>
                    </a:p>
                  </a:txBody>
                  <a:tcPr marL="12509" marR="12509" marT="8340" marB="8340" anchor="ctr"/>
                </a:tc>
                <a:tc>
                  <a:txBody>
                    <a:bodyPr/>
                    <a:lstStyle/>
                    <a:p>
                      <a:pPr rtl="0">
                        <a:buNone/>
                      </a:pPr>
                      <a:r>
                        <a:rPr lang="tr-TR" sz="900" dirty="0">
                          <a:solidFill>
                            <a:srgbClr val="1F1F1F"/>
                          </a:solidFill>
                          <a:effectLst/>
                          <a:latin typeface="+mn-lt"/>
                        </a:rPr>
                        <a:t>Donanımsal Gecikmeler, Sürükleme Kuvvetleri, Değişken Atmosfer Yoğunluğu, Dinamik Aerodinamik Sürükleme Kuvveti</a:t>
                      </a:r>
                    </a:p>
                  </a:txBody>
                  <a:tcPr marL="12509" marR="12509" marT="8340" marB="8340" anchor="ctr"/>
                </a:tc>
                <a:tc>
                  <a:txBody>
                    <a:bodyPr/>
                    <a:lstStyle/>
                    <a:p>
                      <a:pPr rtl="0">
                        <a:buNone/>
                      </a:pPr>
                      <a:r>
                        <a:rPr lang="tr-TR" sz="900">
                          <a:solidFill>
                            <a:srgbClr val="1F1F1F"/>
                          </a:solidFill>
                          <a:effectLst/>
                          <a:latin typeface="+mn-lt"/>
                        </a:rPr>
                        <a:t>Sabit Hızlı ve Doğrusal Giden Hedef</a:t>
                      </a:r>
                    </a:p>
                  </a:txBody>
                  <a:tcPr marL="12509" marR="12509" marT="8340" marB="8340" anchor="ctr"/>
                </a:tc>
                <a:tc>
                  <a:txBody>
                    <a:bodyPr/>
                    <a:lstStyle/>
                    <a:p>
                      <a:pPr rtl="0">
                        <a:buNone/>
                      </a:pPr>
                      <a:r>
                        <a:rPr lang="tr-TR" sz="900" dirty="0">
                          <a:solidFill>
                            <a:srgbClr val="1F1F1F"/>
                          </a:solidFill>
                          <a:effectLst/>
                          <a:latin typeface="+mn-lt"/>
                        </a:rPr>
                        <a:t>PPO</a:t>
                      </a:r>
                    </a:p>
                  </a:txBody>
                  <a:tcPr marL="12509" marR="12509" marT="8340" marB="8340" anchor="ctr"/>
                </a:tc>
                <a:tc>
                  <a:txBody>
                    <a:bodyPr/>
                    <a:lstStyle/>
                    <a:p>
                      <a:pPr rtl="0">
                        <a:buNone/>
                      </a:pPr>
                      <a:r>
                        <a:rPr lang="tr-TR" sz="900" dirty="0">
                          <a:solidFill>
                            <a:srgbClr val="1F1F1F"/>
                          </a:solidFill>
                          <a:effectLst/>
                          <a:latin typeface="+mn-lt"/>
                        </a:rPr>
                        <a:t>Monte Carlo Sayısal Simülasyon</a:t>
                      </a:r>
                    </a:p>
                  </a:txBody>
                  <a:tcPr marL="12509" marR="12509" marT="8340" marB="8340" anchor="ctr"/>
                </a:tc>
                <a:extLst>
                  <a:ext uri="{0D108BD9-81ED-4DB2-BD59-A6C34878D82A}">
                    <a16:rowId xmlns:a16="http://schemas.microsoft.com/office/drawing/2014/main" val="1322847066"/>
                  </a:ext>
                </a:extLst>
              </a:tr>
              <a:tr h="569382">
                <a:tc>
                  <a:txBody>
                    <a:bodyPr/>
                    <a:lstStyle/>
                    <a:p>
                      <a:pPr rtl="0">
                        <a:buNone/>
                      </a:pPr>
                      <a:r>
                        <a:rPr lang="tr-TR" sz="900" b="1">
                          <a:solidFill>
                            <a:srgbClr val="1F1F1F"/>
                          </a:solidFill>
                          <a:effectLst/>
                          <a:latin typeface="+mn-lt"/>
                        </a:rPr>
                        <a:t>Lee vd., 2022</a:t>
                      </a:r>
                      <a:endParaRPr lang="tr-TR" sz="900">
                        <a:solidFill>
                          <a:srgbClr val="1F1F1F"/>
                        </a:solidFill>
                        <a:effectLst/>
                        <a:latin typeface="+mn-lt"/>
                      </a:endParaRPr>
                    </a:p>
                  </a:txBody>
                  <a:tcPr marL="12509" marR="12509" marT="8340" marB="8340" anchor="ctr"/>
                </a:tc>
                <a:tc>
                  <a:txBody>
                    <a:bodyPr/>
                    <a:lstStyle/>
                    <a:p>
                      <a:pPr rtl="0">
                        <a:buNone/>
                      </a:pPr>
                      <a:r>
                        <a:rPr lang="tr-TR" sz="900" dirty="0">
                          <a:solidFill>
                            <a:srgbClr val="1F1F1F"/>
                          </a:solidFill>
                          <a:effectLst/>
                          <a:latin typeface="+mn-lt"/>
                        </a:rPr>
                        <a:t>2B Düzlemsel Nokta Kinematiği</a:t>
                      </a:r>
                    </a:p>
                  </a:txBody>
                  <a:tcPr marL="12509" marR="12509" marT="8340" marB="8340" anchor="ctr"/>
                </a:tc>
                <a:tc>
                  <a:txBody>
                    <a:bodyPr/>
                    <a:lstStyle/>
                    <a:p>
                      <a:pPr rtl="0">
                        <a:buNone/>
                      </a:pPr>
                      <a:r>
                        <a:rPr lang="tr-TR" sz="900" dirty="0">
                          <a:solidFill>
                            <a:srgbClr val="1F1F1F"/>
                          </a:solidFill>
                          <a:effectLst/>
                          <a:latin typeface="+mn-lt"/>
                        </a:rPr>
                        <a:t>Sürekli İvme Ön Yargısı (</a:t>
                      </a:r>
                      <a:r>
                        <a:rPr lang="tr-TR" sz="900" dirty="0" err="1">
                          <a:solidFill>
                            <a:srgbClr val="1F1F1F"/>
                          </a:solidFill>
                          <a:effectLst/>
                          <a:latin typeface="+mn-lt"/>
                        </a:rPr>
                        <a:t>Bias</a:t>
                      </a:r>
                      <a:r>
                        <a:rPr lang="tr-TR" sz="900" dirty="0">
                          <a:solidFill>
                            <a:srgbClr val="1F1F1F"/>
                          </a:solidFill>
                          <a:effectLst/>
                          <a:latin typeface="+mn-lt"/>
                        </a:rPr>
                        <a:t>)</a:t>
                      </a:r>
                    </a:p>
                  </a:txBody>
                  <a:tcPr marL="12509" marR="12509" marT="8340" marB="8340" anchor="ctr"/>
                </a:tc>
                <a:tc>
                  <a:txBody>
                    <a:bodyPr/>
                    <a:lstStyle/>
                    <a:p>
                      <a:pPr rtl="0">
                        <a:buNone/>
                      </a:pPr>
                      <a:r>
                        <a:rPr lang="tr-TR" sz="900" dirty="0">
                          <a:solidFill>
                            <a:srgbClr val="1F1F1F"/>
                          </a:solidFill>
                          <a:effectLst/>
                          <a:latin typeface="+mn-lt"/>
                        </a:rPr>
                        <a:t>Donanımsal Gecikmeleri</a:t>
                      </a:r>
                    </a:p>
                  </a:txBody>
                  <a:tcPr marL="12509" marR="12509" marT="8340" marB="8340" anchor="ctr"/>
                </a:tc>
                <a:tc>
                  <a:txBody>
                    <a:bodyPr/>
                    <a:lstStyle/>
                    <a:p>
                      <a:pPr rtl="0">
                        <a:buNone/>
                      </a:pPr>
                      <a:r>
                        <a:rPr lang="tr-TR" sz="900">
                          <a:solidFill>
                            <a:srgbClr val="1F1F1F"/>
                          </a:solidFill>
                          <a:effectLst/>
                          <a:latin typeface="+mn-lt"/>
                        </a:rPr>
                        <a:t>Sabit Duran Hedef (Stationary)</a:t>
                      </a:r>
                    </a:p>
                  </a:txBody>
                  <a:tcPr marL="12509" marR="12509" marT="8340" marB="8340" anchor="ctr"/>
                </a:tc>
                <a:tc>
                  <a:txBody>
                    <a:bodyPr/>
                    <a:lstStyle/>
                    <a:p>
                      <a:pPr rtl="0">
                        <a:buNone/>
                      </a:pPr>
                      <a:r>
                        <a:rPr lang="tr-TR" sz="900" dirty="0">
                          <a:solidFill>
                            <a:srgbClr val="1F1F1F"/>
                          </a:solidFill>
                          <a:effectLst/>
                          <a:latin typeface="+mn-lt"/>
                        </a:rPr>
                        <a:t>PPO</a:t>
                      </a:r>
                    </a:p>
                  </a:txBody>
                  <a:tcPr marL="12509" marR="12509" marT="8340" marB="8340" anchor="ctr"/>
                </a:tc>
                <a:tc>
                  <a:txBody>
                    <a:bodyPr/>
                    <a:lstStyle/>
                    <a:p>
                      <a:pPr rtl="0">
                        <a:buNone/>
                      </a:pPr>
                      <a:r>
                        <a:rPr lang="tr-TR" sz="900">
                          <a:solidFill>
                            <a:srgbClr val="1F1F1F"/>
                          </a:solidFill>
                          <a:effectLst/>
                          <a:latin typeface="+mn-lt"/>
                        </a:rPr>
                        <a:t>Matematiksel Yörünge Analizi Simülasyonu, MATLAB Üzerinden RK4 Yöntem Hesaplaması</a:t>
                      </a:r>
                    </a:p>
                  </a:txBody>
                  <a:tcPr marL="12509" marR="12509" marT="8340" marB="8340" anchor="ctr"/>
                </a:tc>
                <a:extLst>
                  <a:ext uri="{0D108BD9-81ED-4DB2-BD59-A6C34878D82A}">
                    <a16:rowId xmlns:a16="http://schemas.microsoft.com/office/drawing/2014/main" val="1222458717"/>
                  </a:ext>
                </a:extLst>
              </a:tr>
              <a:tr h="845673">
                <a:tc>
                  <a:txBody>
                    <a:bodyPr/>
                    <a:lstStyle/>
                    <a:p>
                      <a:pPr rtl="0">
                        <a:buNone/>
                      </a:pPr>
                      <a:r>
                        <a:rPr lang="tr-TR" sz="900" b="1">
                          <a:solidFill>
                            <a:srgbClr val="1F1F1F"/>
                          </a:solidFill>
                          <a:effectLst/>
                          <a:latin typeface="+mn-lt"/>
                        </a:rPr>
                        <a:t>Wang vd., 2020</a:t>
                      </a:r>
                      <a:endParaRPr lang="tr-TR" sz="900">
                        <a:solidFill>
                          <a:srgbClr val="1F1F1F"/>
                        </a:solidFill>
                        <a:effectLst/>
                        <a:latin typeface="+mn-lt"/>
                      </a:endParaRPr>
                    </a:p>
                  </a:txBody>
                  <a:tcPr marL="12509" marR="12509" marT="8340" marB="8340" anchor="ctr"/>
                </a:tc>
                <a:tc>
                  <a:txBody>
                    <a:bodyPr/>
                    <a:lstStyle/>
                    <a:p>
                      <a:pPr rtl="0">
                        <a:buNone/>
                      </a:pPr>
                      <a:r>
                        <a:rPr lang="tr-TR" sz="900" dirty="0">
                          <a:solidFill>
                            <a:srgbClr val="1F1F1F"/>
                          </a:solidFill>
                          <a:effectLst/>
                          <a:latin typeface="+mn-lt"/>
                        </a:rPr>
                        <a:t>3B / 6DOF Tam Dinamik Model</a:t>
                      </a:r>
                    </a:p>
                  </a:txBody>
                  <a:tcPr marL="12509" marR="12509" marT="8340" marB="8340" anchor="ctr"/>
                </a:tc>
                <a:tc>
                  <a:txBody>
                    <a:bodyPr/>
                    <a:lstStyle/>
                    <a:p>
                      <a:pPr rtl="0">
                        <a:buNone/>
                      </a:pPr>
                      <a:r>
                        <a:rPr lang="tr-TR" sz="900" dirty="0">
                          <a:solidFill>
                            <a:srgbClr val="1F1F1F"/>
                          </a:solidFill>
                          <a:effectLst/>
                          <a:latin typeface="+mn-lt"/>
                        </a:rPr>
                        <a:t>MPPI Algoritması Sürekli İvme Komutunu Hesaplar</a:t>
                      </a:r>
                    </a:p>
                  </a:txBody>
                  <a:tcPr marL="12509" marR="12509" marT="8340" marB="8340" anchor="ctr"/>
                </a:tc>
                <a:tc>
                  <a:txBody>
                    <a:bodyPr/>
                    <a:lstStyle/>
                    <a:p>
                      <a:pPr rtl="0">
                        <a:buNone/>
                      </a:pPr>
                      <a:r>
                        <a:rPr lang="tr-TR" sz="900" dirty="0">
                          <a:solidFill>
                            <a:srgbClr val="1F1F1F"/>
                          </a:solidFill>
                          <a:effectLst/>
                          <a:latin typeface="+mn-lt"/>
                        </a:rPr>
                        <a:t>Arayıcı Başlık (LOS) Gürültüsü, LOS Açısı Hız Gürültüsü, Yakıt Tükenmesi, Motor Yanması, Motor Sönme Şoku Aerodinamik Kuvvet, Azalan Kütle Bilgileri, Rüzgar Dalgalanmaları</a:t>
                      </a:r>
                    </a:p>
                  </a:txBody>
                  <a:tcPr marL="12509" marR="12509" marT="8340" marB="8340" anchor="ctr"/>
                </a:tc>
                <a:tc>
                  <a:txBody>
                    <a:bodyPr/>
                    <a:lstStyle/>
                    <a:p>
                      <a:pPr rtl="0">
                        <a:buNone/>
                      </a:pPr>
                      <a:r>
                        <a:rPr lang="tr-TR" sz="900" dirty="0">
                          <a:solidFill>
                            <a:srgbClr val="1F1F1F"/>
                          </a:solidFill>
                          <a:effectLst/>
                          <a:latin typeface="+mn-lt"/>
                        </a:rPr>
                        <a:t>Değişken Hızlı Manevralı Hedef</a:t>
                      </a:r>
                    </a:p>
                  </a:txBody>
                  <a:tcPr marL="12509" marR="12509" marT="8340" marB="8340" anchor="ctr"/>
                </a:tc>
                <a:tc>
                  <a:txBody>
                    <a:bodyPr/>
                    <a:lstStyle/>
                    <a:p>
                      <a:pPr rtl="0">
                        <a:buNone/>
                      </a:pPr>
                      <a:r>
                        <a:rPr lang="tr-TR" sz="900" dirty="0">
                          <a:solidFill>
                            <a:srgbClr val="1F1F1F"/>
                          </a:solidFill>
                          <a:effectLst/>
                          <a:latin typeface="+mn-lt"/>
                        </a:rPr>
                        <a:t>Meta-RL (Kuzen Dinamikleri Tahmini), Model Öngörülü Yol İntegrali (Beta ve Açı Limitli)</a:t>
                      </a:r>
                    </a:p>
                  </a:txBody>
                  <a:tcPr marL="12509" marR="12509" marT="8340" marB="8340" anchor="ctr"/>
                </a:tc>
                <a:tc>
                  <a:txBody>
                    <a:bodyPr/>
                    <a:lstStyle/>
                    <a:p>
                      <a:pPr rtl="0">
                        <a:buNone/>
                      </a:pPr>
                      <a:r>
                        <a:rPr lang="tr-TR" sz="900" dirty="0">
                          <a:solidFill>
                            <a:srgbClr val="1F1F1F"/>
                          </a:solidFill>
                          <a:effectLst/>
                          <a:latin typeface="+mn-lt"/>
                        </a:rPr>
                        <a:t>Monte Carlo Sayısal Simülasyon</a:t>
                      </a:r>
                    </a:p>
                  </a:txBody>
                  <a:tcPr marL="12509" marR="12509" marT="8340" marB="8340" anchor="ctr"/>
                </a:tc>
                <a:extLst>
                  <a:ext uri="{0D108BD9-81ED-4DB2-BD59-A6C34878D82A}">
                    <a16:rowId xmlns:a16="http://schemas.microsoft.com/office/drawing/2014/main" val="90723114"/>
                  </a:ext>
                </a:extLst>
              </a:tr>
              <a:tr h="293091">
                <a:tc>
                  <a:txBody>
                    <a:bodyPr/>
                    <a:lstStyle/>
                    <a:p>
                      <a:pPr rtl="0">
                        <a:buNone/>
                      </a:pPr>
                      <a:r>
                        <a:rPr lang="tr-TR" sz="900" b="1">
                          <a:solidFill>
                            <a:srgbClr val="1F1F1F"/>
                          </a:solidFill>
                          <a:effectLst/>
                          <a:latin typeface="+mn-lt"/>
                        </a:rPr>
                        <a:t>Wang vd., 2023</a:t>
                      </a:r>
                      <a:endParaRPr lang="tr-TR" sz="900">
                        <a:solidFill>
                          <a:srgbClr val="1F1F1F"/>
                        </a:solidFill>
                        <a:effectLst/>
                        <a:latin typeface="+mn-lt"/>
                      </a:endParaRPr>
                    </a:p>
                  </a:txBody>
                  <a:tcPr marL="12509" marR="12509" marT="8340" marB="8340" anchor="ctr"/>
                </a:tc>
                <a:tc>
                  <a:txBody>
                    <a:bodyPr/>
                    <a:lstStyle/>
                    <a:p>
                      <a:pPr rtl="0">
                        <a:buNone/>
                      </a:pPr>
                      <a:r>
                        <a:rPr lang="tr-TR" sz="900" dirty="0">
                          <a:solidFill>
                            <a:srgbClr val="1F1F1F"/>
                          </a:solidFill>
                          <a:effectLst/>
                          <a:latin typeface="+mn-lt"/>
                        </a:rPr>
                        <a:t>2B Düzlemsel Nokta Kinematiği</a:t>
                      </a:r>
                    </a:p>
                  </a:txBody>
                  <a:tcPr marL="12509" marR="12509" marT="8340" marB="8340" anchor="ctr"/>
                </a:tc>
                <a:tc>
                  <a:txBody>
                    <a:bodyPr/>
                    <a:lstStyle/>
                    <a:p>
                      <a:pPr rtl="0">
                        <a:buNone/>
                      </a:pPr>
                      <a:r>
                        <a:rPr lang="tr-TR" sz="900">
                          <a:solidFill>
                            <a:srgbClr val="1F1F1F"/>
                          </a:solidFill>
                          <a:effectLst/>
                          <a:latin typeface="+mn-lt"/>
                        </a:rPr>
                        <a:t>Sürekli İvme Ön Yargısı (Bias)</a:t>
                      </a:r>
                    </a:p>
                  </a:txBody>
                  <a:tcPr marL="12509" marR="12509" marT="8340" marB="8340" anchor="ctr"/>
                </a:tc>
                <a:tc>
                  <a:txBody>
                    <a:bodyPr/>
                    <a:lstStyle/>
                    <a:p>
                      <a:pPr rtl="0">
                        <a:buNone/>
                      </a:pPr>
                      <a:r>
                        <a:rPr lang="tr-TR" sz="900">
                          <a:solidFill>
                            <a:srgbClr val="1F1F1F"/>
                          </a:solidFill>
                          <a:effectLst/>
                          <a:latin typeface="+mn-lt"/>
                        </a:rPr>
                        <a:t>Aerodinamik Kuvvetler dahil hiçbir bozucu ya da çevre etkeni bulunmamaktadır.</a:t>
                      </a:r>
                    </a:p>
                  </a:txBody>
                  <a:tcPr marL="12509" marR="12509" marT="8340" marB="8340" anchor="ctr"/>
                </a:tc>
                <a:tc>
                  <a:txBody>
                    <a:bodyPr/>
                    <a:lstStyle/>
                    <a:p>
                      <a:pPr rtl="0">
                        <a:buNone/>
                      </a:pPr>
                      <a:r>
                        <a:rPr lang="tr-TR" sz="900" dirty="0">
                          <a:solidFill>
                            <a:srgbClr val="1F1F1F"/>
                          </a:solidFill>
                          <a:effectLst/>
                          <a:latin typeface="+mn-lt"/>
                        </a:rPr>
                        <a:t>Manevralı Hedef (30-60 m/s çok yavaş hedef)</a:t>
                      </a:r>
                    </a:p>
                  </a:txBody>
                  <a:tcPr marL="12509" marR="12509" marT="8340" marB="8340" anchor="ctr"/>
                </a:tc>
                <a:tc>
                  <a:txBody>
                    <a:bodyPr/>
                    <a:lstStyle/>
                    <a:p>
                      <a:pPr rtl="0">
                        <a:buNone/>
                      </a:pPr>
                      <a:r>
                        <a:rPr lang="tr-TR" sz="900" dirty="0">
                          <a:solidFill>
                            <a:srgbClr val="1F1F1F"/>
                          </a:solidFill>
                          <a:effectLst/>
                          <a:latin typeface="+mn-lt"/>
                        </a:rPr>
                        <a:t>PPO+BPN</a:t>
                      </a:r>
                    </a:p>
                  </a:txBody>
                  <a:tcPr marL="12509" marR="12509" marT="8340" marB="8340" anchor="ctr"/>
                </a:tc>
                <a:tc>
                  <a:txBody>
                    <a:bodyPr/>
                    <a:lstStyle/>
                    <a:p>
                      <a:pPr rtl="0">
                        <a:buNone/>
                      </a:pPr>
                      <a:r>
                        <a:rPr lang="tr-TR" sz="900">
                          <a:solidFill>
                            <a:srgbClr val="1F1F1F"/>
                          </a:solidFill>
                          <a:effectLst/>
                          <a:latin typeface="+mn-lt"/>
                        </a:rPr>
                        <a:t>Python İçerisinde Tek Adımlı Euler Metodu</a:t>
                      </a:r>
                    </a:p>
                  </a:txBody>
                  <a:tcPr marL="12509" marR="12509" marT="8340" marB="8340" anchor="ctr"/>
                </a:tc>
                <a:extLst>
                  <a:ext uri="{0D108BD9-81ED-4DB2-BD59-A6C34878D82A}">
                    <a16:rowId xmlns:a16="http://schemas.microsoft.com/office/drawing/2014/main" val="3143311872"/>
                  </a:ext>
                </a:extLst>
              </a:tr>
              <a:tr h="431236">
                <a:tc>
                  <a:txBody>
                    <a:bodyPr/>
                    <a:lstStyle/>
                    <a:p>
                      <a:pPr rtl="0">
                        <a:buNone/>
                      </a:pPr>
                      <a:r>
                        <a:rPr lang="tr-TR" sz="900" b="1" dirty="0" err="1">
                          <a:solidFill>
                            <a:srgbClr val="1F1F1F"/>
                          </a:solidFill>
                          <a:effectLst/>
                          <a:latin typeface="+mn-lt"/>
                        </a:rPr>
                        <a:t>Ji</a:t>
                      </a:r>
                      <a:r>
                        <a:rPr lang="tr-TR" sz="900" b="1" dirty="0">
                          <a:solidFill>
                            <a:srgbClr val="1F1F1F"/>
                          </a:solidFill>
                          <a:effectLst/>
                          <a:latin typeface="+mn-lt"/>
                        </a:rPr>
                        <a:t> vd., 2023</a:t>
                      </a:r>
                      <a:endParaRPr lang="tr-TR" sz="900" dirty="0">
                        <a:solidFill>
                          <a:srgbClr val="1F1F1F"/>
                        </a:solidFill>
                        <a:effectLst/>
                        <a:latin typeface="+mn-lt"/>
                      </a:endParaRPr>
                    </a:p>
                  </a:txBody>
                  <a:tcPr marL="12509" marR="12509" marT="8340" marB="8340" anchor="ctr"/>
                </a:tc>
                <a:tc>
                  <a:txBody>
                    <a:bodyPr/>
                    <a:lstStyle/>
                    <a:p>
                      <a:pPr rtl="0">
                        <a:buNone/>
                      </a:pPr>
                      <a:r>
                        <a:rPr lang="tr-TR" sz="900" dirty="0">
                          <a:solidFill>
                            <a:srgbClr val="1F1F1F"/>
                          </a:solidFill>
                          <a:effectLst/>
                          <a:latin typeface="+mn-lt"/>
                        </a:rPr>
                        <a:t>2B Düzlemsel Nokta Kinematiği</a:t>
                      </a:r>
                    </a:p>
                  </a:txBody>
                  <a:tcPr marL="12509" marR="12509" marT="8340" marB="8340" anchor="ctr"/>
                </a:tc>
                <a:tc>
                  <a:txBody>
                    <a:bodyPr/>
                    <a:lstStyle/>
                    <a:p>
                      <a:pPr rtl="0">
                        <a:buNone/>
                      </a:pPr>
                      <a:r>
                        <a:rPr lang="tr-TR" sz="900" dirty="0">
                          <a:solidFill>
                            <a:srgbClr val="1F1F1F"/>
                          </a:solidFill>
                          <a:effectLst/>
                          <a:latin typeface="+mn-lt"/>
                        </a:rPr>
                        <a:t>Doğrudan İvme Komutu</a:t>
                      </a:r>
                    </a:p>
                  </a:txBody>
                  <a:tcPr marL="12509" marR="12509" marT="8340" marB="8340" anchor="ctr"/>
                </a:tc>
                <a:tc>
                  <a:txBody>
                    <a:bodyPr/>
                    <a:lstStyle/>
                    <a:p>
                      <a:pPr rtl="0">
                        <a:buNone/>
                      </a:pPr>
                      <a:r>
                        <a:rPr lang="tr-TR" sz="900">
                          <a:solidFill>
                            <a:srgbClr val="1F1F1F"/>
                          </a:solidFill>
                          <a:effectLst/>
                          <a:latin typeface="+mn-lt"/>
                        </a:rPr>
                        <a:t>Aerodinamik Kuvvetler (Hava Direnci, Sürükleme Kuvveti, Yerçekimi Kuvveti), Donanım Limitleri (Beta Dağılımı İle)</a:t>
                      </a:r>
                    </a:p>
                  </a:txBody>
                  <a:tcPr marL="12509" marR="12509" marT="8340" marB="8340" anchor="ctr"/>
                </a:tc>
                <a:tc>
                  <a:txBody>
                    <a:bodyPr/>
                    <a:lstStyle/>
                    <a:p>
                      <a:pPr rtl="0">
                        <a:buNone/>
                      </a:pPr>
                      <a:r>
                        <a:rPr lang="tr-TR" sz="900">
                          <a:solidFill>
                            <a:srgbClr val="1F1F1F"/>
                          </a:solidFill>
                          <a:effectLst/>
                          <a:latin typeface="+mn-lt"/>
                        </a:rPr>
                        <a:t>Sabit Duran Hedef (Stationary)</a:t>
                      </a:r>
                    </a:p>
                  </a:txBody>
                  <a:tcPr marL="12509" marR="12509" marT="8340" marB="8340" anchor="ctr"/>
                </a:tc>
                <a:tc>
                  <a:txBody>
                    <a:bodyPr/>
                    <a:lstStyle/>
                    <a:p>
                      <a:pPr rtl="0">
                        <a:buNone/>
                      </a:pPr>
                      <a:r>
                        <a:rPr lang="tr-TR" sz="900" dirty="0">
                          <a:solidFill>
                            <a:srgbClr val="1F1F1F"/>
                          </a:solidFill>
                          <a:effectLst/>
                          <a:latin typeface="+mn-lt"/>
                        </a:rPr>
                        <a:t>Beta-PPO</a:t>
                      </a:r>
                    </a:p>
                  </a:txBody>
                  <a:tcPr marL="12509" marR="12509" marT="8340" marB="8340" anchor="ctr"/>
                </a:tc>
                <a:tc>
                  <a:txBody>
                    <a:bodyPr/>
                    <a:lstStyle/>
                    <a:p>
                      <a:pPr rtl="0">
                        <a:buNone/>
                      </a:pPr>
                      <a:r>
                        <a:rPr lang="tr-TR" sz="900">
                          <a:solidFill>
                            <a:srgbClr val="1F1F1F"/>
                          </a:solidFill>
                          <a:effectLst/>
                          <a:latin typeface="+mn-lt"/>
                        </a:rPr>
                        <a:t>Monte Carlo Sayısal Simülasyon</a:t>
                      </a:r>
                    </a:p>
                  </a:txBody>
                  <a:tcPr marL="12509" marR="12509" marT="8340" marB="8340" anchor="ctr"/>
                </a:tc>
                <a:extLst>
                  <a:ext uri="{0D108BD9-81ED-4DB2-BD59-A6C34878D82A}">
                    <a16:rowId xmlns:a16="http://schemas.microsoft.com/office/drawing/2014/main" val="940642650"/>
                  </a:ext>
                </a:extLst>
              </a:tr>
              <a:tr h="845673">
                <a:tc>
                  <a:txBody>
                    <a:bodyPr/>
                    <a:lstStyle/>
                    <a:p>
                      <a:pPr rtl="0">
                        <a:buNone/>
                      </a:pPr>
                      <a:r>
                        <a:rPr lang="tr-TR" sz="900" b="1" dirty="0">
                          <a:solidFill>
                            <a:srgbClr val="1F1F1F"/>
                          </a:solidFill>
                          <a:effectLst/>
                          <a:latin typeface="+mn-lt"/>
                        </a:rPr>
                        <a:t>Lan vd., 2025</a:t>
                      </a:r>
                      <a:endParaRPr lang="tr-TR" sz="900" dirty="0">
                        <a:solidFill>
                          <a:srgbClr val="1F1F1F"/>
                        </a:solidFill>
                        <a:effectLst/>
                        <a:latin typeface="+mn-lt"/>
                      </a:endParaRPr>
                    </a:p>
                  </a:txBody>
                  <a:tcPr marL="12509" marR="12509" marT="8340" marB="8340" anchor="ctr"/>
                </a:tc>
                <a:tc>
                  <a:txBody>
                    <a:bodyPr/>
                    <a:lstStyle/>
                    <a:p>
                      <a:pPr rtl="0">
                        <a:buNone/>
                      </a:pPr>
                      <a:r>
                        <a:rPr lang="tr-TR" sz="900" dirty="0">
                          <a:solidFill>
                            <a:srgbClr val="1F1F1F"/>
                          </a:solidFill>
                          <a:effectLst/>
                          <a:latin typeface="+mn-lt"/>
                        </a:rPr>
                        <a:t>2B Düzlemsel Nokta Kinematiği</a:t>
                      </a:r>
                    </a:p>
                  </a:txBody>
                  <a:tcPr marL="12509" marR="12509" marT="8340" marB="8340" anchor="ctr"/>
                </a:tc>
                <a:tc>
                  <a:txBody>
                    <a:bodyPr/>
                    <a:lstStyle/>
                    <a:p>
                      <a:pPr rtl="0">
                        <a:buNone/>
                      </a:pPr>
                      <a:r>
                        <a:rPr lang="tr-TR" sz="900" dirty="0">
                          <a:solidFill>
                            <a:srgbClr val="1F1F1F"/>
                          </a:solidFill>
                          <a:effectLst/>
                          <a:latin typeface="+mn-lt"/>
                        </a:rPr>
                        <a:t>Doğrudan İvme Komutu</a:t>
                      </a:r>
                    </a:p>
                  </a:txBody>
                  <a:tcPr marL="12509" marR="12509" marT="8340" marB="8340" anchor="ctr"/>
                </a:tc>
                <a:tc>
                  <a:txBody>
                    <a:bodyPr/>
                    <a:lstStyle/>
                    <a:p>
                      <a:pPr rtl="0">
                        <a:buNone/>
                      </a:pPr>
                      <a:r>
                        <a:rPr lang="tr-TR" sz="900" dirty="0">
                          <a:solidFill>
                            <a:srgbClr val="1F1F1F"/>
                          </a:solidFill>
                          <a:effectLst/>
                          <a:latin typeface="+mn-lt"/>
                        </a:rPr>
                        <a:t>Aerodinamik Kuvvetler dahil hiçbir bozucu ya da çevre etkeni bulunmamaktadır. Sadece vitrindeki ilk konum belirsizliği için başlangıç konumuna 10 m standart sapmalı gürültü eklendi.</a:t>
                      </a:r>
                    </a:p>
                  </a:txBody>
                  <a:tcPr marL="12509" marR="12509" marT="8340" marB="8340" anchor="ctr"/>
                </a:tc>
                <a:tc>
                  <a:txBody>
                    <a:bodyPr/>
                    <a:lstStyle/>
                    <a:p>
                      <a:pPr rtl="0">
                        <a:buNone/>
                      </a:pPr>
                      <a:r>
                        <a:rPr lang="tr-TR" sz="900" dirty="0">
                          <a:solidFill>
                            <a:srgbClr val="1F1F1F"/>
                          </a:solidFill>
                          <a:effectLst/>
                          <a:latin typeface="+mn-lt"/>
                        </a:rPr>
                        <a:t>Manevralı ve Sabit Hedef (0-20 m/s)</a:t>
                      </a:r>
                    </a:p>
                  </a:txBody>
                  <a:tcPr marL="12509" marR="12509" marT="8340" marB="8340" anchor="ctr"/>
                </a:tc>
                <a:tc>
                  <a:txBody>
                    <a:bodyPr/>
                    <a:lstStyle/>
                    <a:p>
                      <a:pPr rtl="0">
                        <a:buNone/>
                      </a:pPr>
                      <a:r>
                        <a:rPr lang="tr-TR" sz="900" dirty="0">
                          <a:solidFill>
                            <a:srgbClr val="1F1F1F"/>
                          </a:solidFill>
                          <a:effectLst/>
                          <a:latin typeface="+mn-lt"/>
                        </a:rPr>
                        <a:t>MATRPO (Multi-Agent </a:t>
                      </a:r>
                      <a:r>
                        <a:rPr lang="tr-TR" sz="900" dirty="0" err="1">
                          <a:solidFill>
                            <a:srgbClr val="1F1F1F"/>
                          </a:solidFill>
                          <a:effectLst/>
                          <a:latin typeface="+mn-lt"/>
                        </a:rPr>
                        <a:t>Trust</a:t>
                      </a:r>
                      <a:r>
                        <a:rPr lang="tr-TR" sz="900" dirty="0">
                          <a:solidFill>
                            <a:srgbClr val="1F1F1F"/>
                          </a:solidFill>
                          <a:effectLst/>
                          <a:latin typeface="+mn-lt"/>
                        </a:rPr>
                        <a:t> </a:t>
                      </a:r>
                      <a:r>
                        <a:rPr lang="tr-TR" sz="900" dirty="0" err="1">
                          <a:solidFill>
                            <a:srgbClr val="1F1F1F"/>
                          </a:solidFill>
                          <a:effectLst/>
                          <a:latin typeface="+mn-lt"/>
                        </a:rPr>
                        <a:t>Region</a:t>
                      </a:r>
                      <a:r>
                        <a:rPr lang="tr-TR" sz="900" dirty="0">
                          <a:solidFill>
                            <a:srgbClr val="1F1F1F"/>
                          </a:solidFill>
                          <a:effectLst/>
                          <a:latin typeface="+mn-lt"/>
                        </a:rPr>
                        <a:t> </a:t>
                      </a:r>
                      <a:r>
                        <a:rPr lang="tr-TR" sz="900" dirty="0" err="1">
                          <a:solidFill>
                            <a:srgbClr val="1F1F1F"/>
                          </a:solidFill>
                          <a:effectLst/>
                          <a:latin typeface="+mn-lt"/>
                        </a:rPr>
                        <a:t>Policy</a:t>
                      </a:r>
                      <a:r>
                        <a:rPr lang="tr-TR" sz="900" dirty="0">
                          <a:solidFill>
                            <a:srgbClr val="1F1F1F"/>
                          </a:solidFill>
                          <a:effectLst/>
                          <a:latin typeface="+mn-lt"/>
                        </a:rPr>
                        <a:t> </a:t>
                      </a:r>
                      <a:r>
                        <a:rPr lang="tr-TR" sz="900" dirty="0" err="1">
                          <a:solidFill>
                            <a:srgbClr val="1F1F1F"/>
                          </a:solidFill>
                          <a:effectLst/>
                          <a:latin typeface="+mn-lt"/>
                        </a:rPr>
                        <a:t>Optimization</a:t>
                      </a:r>
                      <a:r>
                        <a:rPr lang="tr-TR" sz="900" dirty="0">
                          <a:solidFill>
                            <a:srgbClr val="1F1F1F"/>
                          </a:solidFill>
                          <a:effectLst/>
                          <a:latin typeface="+mn-lt"/>
                        </a:rPr>
                        <a:t>) - Ortak Ödül Fonksiyonu</a:t>
                      </a:r>
                    </a:p>
                  </a:txBody>
                  <a:tcPr marL="12509" marR="12509" marT="8340" marB="8340" anchor="ctr"/>
                </a:tc>
                <a:tc>
                  <a:txBody>
                    <a:bodyPr/>
                    <a:lstStyle/>
                    <a:p>
                      <a:pPr rtl="0">
                        <a:buNone/>
                      </a:pPr>
                      <a:r>
                        <a:rPr lang="tr-TR" sz="900">
                          <a:solidFill>
                            <a:srgbClr val="1F1F1F"/>
                          </a:solidFill>
                          <a:effectLst/>
                          <a:latin typeface="+mn-lt"/>
                        </a:rPr>
                        <a:t>Monte Carlo Sayısal Simülasyon</a:t>
                      </a:r>
                    </a:p>
                  </a:txBody>
                  <a:tcPr marL="12509" marR="12509" marT="8340" marB="8340" anchor="ctr"/>
                </a:tc>
                <a:extLst>
                  <a:ext uri="{0D108BD9-81ED-4DB2-BD59-A6C34878D82A}">
                    <a16:rowId xmlns:a16="http://schemas.microsoft.com/office/drawing/2014/main" val="2694834921"/>
                  </a:ext>
                </a:extLst>
              </a:tr>
              <a:tr h="733421">
                <a:tc>
                  <a:txBody>
                    <a:bodyPr/>
                    <a:lstStyle/>
                    <a:p>
                      <a:pPr rtl="0">
                        <a:buNone/>
                      </a:pPr>
                      <a:r>
                        <a:rPr lang="tr-TR" sz="900" b="1" dirty="0" err="1">
                          <a:solidFill>
                            <a:srgbClr val="1F1F1F"/>
                          </a:solidFill>
                          <a:effectLst/>
                          <a:latin typeface="+mn-lt"/>
                        </a:rPr>
                        <a:t>Zhu</a:t>
                      </a:r>
                      <a:r>
                        <a:rPr lang="tr-TR" sz="900" b="1" dirty="0">
                          <a:solidFill>
                            <a:srgbClr val="1F1F1F"/>
                          </a:solidFill>
                          <a:effectLst/>
                          <a:latin typeface="+mn-lt"/>
                        </a:rPr>
                        <a:t> vd., 2022</a:t>
                      </a:r>
                      <a:endParaRPr lang="tr-TR" sz="900" dirty="0">
                        <a:solidFill>
                          <a:srgbClr val="1F1F1F"/>
                        </a:solidFill>
                        <a:effectLst/>
                        <a:latin typeface="+mn-lt"/>
                      </a:endParaRPr>
                    </a:p>
                  </a:txBody>
                  <a:tcPr marL="12509" marR="12509" marT="8340" marB="8340" anchor="ctr"/>
                </a:tc>
                <a:tc>
                  <a:txBody>
                    <a:bodyPr/>
                    <a:lstStyle/>
                    <a:p>
                      <a:pPr rtl="0">
                        <a:buNone/>
                      </a:pPr>
                      <a:r>
                        <a:rPr lang="tr-TR" sz="900" dirty="0">
                          <a:solidFill>
                            <a:srgbClr val="1F1F1F"/>
                          </a:solidFill>
                          <a:effectLst/>
                          <a:latin typeface="+mn-lt"/>
                        </a:rPr>
                        <a:t>3B Nokta Kinematiği / 3DOF</a:t>
                      </a:r>
                    </a:p>
                  </a:txBody>
                  <a:tcPr marL="12509" marR="12509" marT="8340" marB="8340" anchor="ctr"/>
                </a:tc>
                <a:tc>
                  <a:txBody>
                    <a:bodyPr/>
                    <a:lstStyle/>
                    <a:p>
                      <a:pPr rtl="0">
                        <a:buNone/>
                      </a:pPr>
                      <a:r>
                        <a:rPr lang="tr-TR" sz="900" dirty="0">
                          <a:solidFill>
                            <a:srgbClr val="1F1F1F"/>
                          </a:solidFill>
                          <a:effectLst/>
                          <a:latin typeface="+mn-lt"/>
                        </a:rPr>
                        <a:t>Doğrudan İvme Komutu</a:t>
                      </a:r>
                    </a:p>
                  </a:txBody>
                  <a:tcPr marL="12509" marR="12509" marT="8340" marB="8340" anchor="ctr"/>
                </a:tc>
                <a:tc>
                  <a:txBody>
                    <a:bodyPr/>
                    <a:lstStyle/>
                    <a:p>
                      <a:pPr rtl="0">
                        <a:buNone/>
                      </a:pPr>
                      <a:r>
                        <a:rPr lang="tr-TR" sz="900" dirty="0">
                          <a:solidFill>
                            <a:srgbClr val="1F1F1F"/>
                          </a:solidFill>
                          <a:effectLst/>
                          <a:latin typeface="+mn-lt"/>
                        </a:rPr>
                        <a:t>Mesafe Orantılı Gürültü (%5), Sabit Gürültü, Donanımsal Algılama Gecikmesi (100ms), Kaçan Hedef İvmelenmesi, Sensör Arızaları, Anlık Körleştirme, Aerodinamik Kuvvet ve Unsurlar</a:t>
                      </a:r>
                    </a:p>
                  </a:txBody>
                  <a:tcPr marL="12509" marR="12509" marT="8340" marB="8340" anchor="ctr"/>
                </a:tc>
                <a:tc>
                  <a:txBody>
                    <a:bodyPr/>
                    <a:lstStyle/>
                    <a:p>
                      <a:pPr rtl="0">
                        <a:buNone/>
                      </a:pPr>
                      <a:r>
                        <a:rPr lang="tr-TR" sz="900" dirty="0">
                          <a:solidFill>
                            <a:srgbClr val="1F1F1F"/>
                          </a:solidFill>
                          <a:effectLst/>
                          <a:latin typeface="+mn-lt"/>
                        </a:rPr>
                        <a:t>Yüksek Manevralı Yüksek Hızlı Hedef (9G İvmelenme, 300 m/s Hedef)</a:t>
                      </a:r>
                    </a:p>
                  </a:txBody>
                  <a:tcPr marL="12509" marR="12509" marT="8340" marB="8340" anchor="ctr"/>
                </a:tc>
                <a:tc>
                  <a:txBody>
                    <a:bodyPr/>
                    <a:lstStyle/>
                    <a:p>
                      <a:pPr rtl="0">
                        <a:buNone/>
                      </a:pPr>
                      <a:r>
                        <a:rPr lang="tr-TR" sz="900" dirty="0">
                          <a:solidFill>
                            <a:srgbClr val="1F1F1F"/>
                          </a:solidFill>
                          <a:effectLst/>
                          <a:latin typeface="+mn-lt"/>
                        </a:rPr>
                        <a:t>Asistan PPO (ARL)</a:t>
                      </a:r>
                    </a:p>
                  </a:txBody>
                  <a:tcPr marL="12509" marR="12509" marT="8340" marB="8340" anchor="ctr"/>
                </a:tc>
                <a:tc>
                  <a:txBody>
                    <a:bodyPr/>
                    <a:lstStyle/>
                    <a:p>
                      <a:pPr rtl="0">
                        <a:buNone/>
                      </a:pPr>
                      <a:r>
                        <a:rPr lang="tr-TR" sz="900" dirty="0">
                          <a:solidFill>
                            <a:srgbClr val="1F1F1F"/>
                          </a:solidFill>
                          <a:effectLst/>
                          <a:latin typeface="+mn-lt"/>
                        </a:rPr>
                        <a:t>Monte Carlo Sayısal Simülasyon</a:t>
                      </a:r>
                    </a:p>
                  </a:txBody>
                  <a:tcPr marL="12509" marR="12509" marT="8340" marB="8340" anchor="ctr"/>
                </a:tc>
                <a:extLst>
                  <a:ext uri="{0D108BD9-81ED-4DB2-BD59-A6C34878D82A}">
                    <a16:rowId xmlns:a16="http://schemas.microsoft.com/office/drawing/2014/main" val="499271238"/>
                  </a:ext>
                </a:extLst>
              </a:tr>
              <a:tr h="733421">
                <a:tc>
                  <a:txBody>
                    <a:bodyPr/>
                    <a:lstStyle/>
                    <a:p>
                      <a:pPr rtl="0">
                        <a:buNone/>
                      </a:pPr>
                      <a:r>
                        <a:rPr lang="tr-TR" sz="900" dirty="0">
                          <a:solidFill>
                            <a:srgbClr val="1F1F1F"/>
                          </a:solidFill>
                          <a:effectLst/>
                          <a:latin typeface="+mn-lt"/>
                        </a:rPr>
                        <a:t>Fan vd., 2023</a:t>
                      </a:r>
                    </a:p>
                  </a:txBody>
                  <a:tcPr marL="12509" marR="12509" marT="8340" marB="8340" anchor="ctr"/>
                </a:tc>
                <a:tc>
                  <a:txBody>
                    <a:bodyPr/>
                    <a:lstStyle/>
                    <a:p>
                      <a:pPr rtl="0">
                        <a:buNone/>
                      </a:pPr>
                      <a:r>
                        <a:rPr lang="tr-TR" sz="900" dirty="0">
                          <a:latin typeface="+mn-lt"/>
                        </a:rPr>
                        <a:t>Gelişmiş (</a:t>
                      </a:r>
                      <a:r>
                        <a:rPr lang="tr-TR" sz="900" dirty="0" err="1">
                          <a:latin typeface="+mn-lt"/>
                        </a:rPr>
                        <a:t>Yunuslama</a:t>
                      </a:r>
                      <a:r>
                        <a:rPr lang="tr-TR" sz="900" dirty="0">
                          <a:latin typeface="+mn-lt"/>
                        </a:rPr>
                        <a:t> Hızı, Eylemsizlik Momenti) 2B Uçuş Dinamiği Modeli</a:t>
                      </a:r>
                      <a:endParaRPr lang="tr-TR" sz="900" dirty="0">
                        <a:solidFill>
                          <a:srgbClr val="1F1F1F"/>
                        </a:solidFill>
                        <a:effectLst/>
                        <a:latin typeface="+mn-lt"/>
                      </a:endParaRPr>
                    </a:p>
                  </a:txBody>
                  <a:tcPr marL="12509" marR="12509" marT="8340" marB="8340" anchor="ctr"/>
                </a:tc>
                <a:tc>
                  <a:txBody>
                    <a:bodyPr/>
                    <a:lstStyle/>
                    <a:p>
                      <a:pPr rtl="0">
                        <a:buNone/>
                      </a:pPr>
                      <a:r>
                        <a:rPr lang="tr-TR" sz="900" dirty="0">
                          <a:solidFill>
                            <a:srgbClr val="1F1F1F"/>
                          </a:solidFill>
                          <a:effectLst/>
                          <a:latin typeface="+mn-lt"/>
                        </a:rPr>
                        <a:t>Sürekli ivme komutları</a:t>
                      </a:r>
                    </a:p>
                  </a:txBody>
                  <a:tcPr marL="12509" marR="12509" marT="8340" marB="8340" anchor="ctr"/>
                </a:tc>
                <a:tc>
                  <a:txBody>
                    <a:bodyPr/>
                    <a:lstStyle/>
                    <a:p>
                      <a:pPr rtl="0">
                        <a:buNone/>
                      </a:pPr>
                      <a:r>
                        <a:rPr lang="nn-NO" sz="900" dirty="0">
                          <a:effectLst/>
                          <a:latin typeface="+mn-lt"/>
                        </a:rPr>
                        <a:t>Aerodinamik</a:t>
                      </a:r>
                      <a:r>
                        <a:rPr lang="tr-TR" sz="900" dirty="0">
                          <a:effectLst/>
                          <a:latin typeface="+mn-lt"/>
                        </a:rPr>
                        <a:t> Kuvvetler</a:t>
                      </a:r>
                      <a:r>
                        <a:rPr lang="nn-NO" sz="900" dirty="0">
                          <a:effectLst/>
                          <a:latin typeface="+mn-lt"/>
                        </a:rPr>
                        <a:t>, İtki ve Kanatçık Hataları</a:t>
                      </a:r>
                      <a:endParaRPr lang="tr-TR" sz="900" dirty="0">
                        <a:solidFill>
                          <a:srgbClr val="1F1F1F"/>
                        </a:solidFill>
                        <a:effectLst/>
                        <a:latin typeface="+mn-lt"/>
                      </a:endParaRPr>
                    </a:p>
                  </a:txBody>
                  <a:tcPr marL="12509" marR="12509" marT="8340" marB="8340" anchor="ctr"/>
                </a:tc>
                <a:tc>
                  <a:txBody>
                    <a:bodyPr/>
                    <a:lstStyle/>
                    <a:p>
                      <a:pPr rtl="0">
                        <a:buNone/>
                      </a:pPr>
                      <a:r>
                        <a:rPr lang="en-US" sz="900" dirty="0" err="1">
                          <a:effectLst/>
                          <a:latin typeface="+mn-lt"/>
                        </a:rPr>
                        <a:t>Sabit</a:t>
                      </a:r>
                      <a:r>
                        <a:rPr lang="en-US" sz="900" dirty="0">
                          <a:effectLst/>
                          <a:latin typeface="+mn-lt"/>
                        </a:rPr>
                        <a:t> Duran </a:t>
                      </a:r>
                      <a:r>
                        <a:rPr lang="en-US" sz="900" dirty="0" err="1">
                          <a:effectLst/>
                          <a:latin typeface="+mn-lt"/>
                        </a:rPr>
                        <a:t>Hedef</a:t>
                      </a:r>
                      <a:r>
                        <a:rPr lang="en-US" sz="900" dirty="0">
                          <a:effectLst/>
                          <a:latin typeface="+mn-lt"/>
                        </a:rPr>
                        <a:t> (Stationary Target)</a:t>
                      </a:r>
                      <a:endParaRPr lang="tr-TR" sz="900" dirty="0">
                        <a:solidFill>
                          <a:srgbClr val="1F1F1F"/>
                        </a:solidFill>
                        <a:effectLst/>
                        <a:latin typeface="+mn-lt"/>
                      </a:endParaRPr>
                    </a:p>
                  </a:txBody>
                  <a:tcPr marL="12509" marR="12509" marT="8340" marB="8340" anchor="ctr"/>
                </a:tc>
                <a:tc>
                  <a:txBody>
                    <a:bodyPr/>
                    <a:lstStyle/>
                    <a:p>
                      <a:pPr rtl="0">
                        <a:buNone/>
                      </a:pPr>
                      <a:r>
                        <a:rPr lang="tr-TR" sz="900" dirty="0">
                          <a:solidFill>
                            <a:srgbClr val="1F1F1F"/>
                          </a:solidFill>
                          <a:effectLst/>
                          <a:latin typeface="+mn-lt"/>
                        </a:rPr>
                        <a:t>Beta-PPO</a:t>
                      </a:r>
                    </a:p>
                  </a:txBody>
                  <a:tcPr marL="12509" marR="12509" marT="8340" marB="8340" anchor="ctr"/>
                </a:tc>
                <a:tc>
                  <a:txBody>
                    <a:bodyPr/>
                    <a:lstStyle/>
                    <a:p>
                      <a:pPr rtl="0">
                        <a:buNone/>
                      </a:pPr>
                      <a:r>
                        <a:rPr lang="tr-TR" sz="900" dirty="0">
                          <a:effectLst/>
                          <a:latin typeface="+mn-lt"/>
                        </a:rPr>
                        <a:t>Monte Carlo Sayısal Simülasyonu &amp; STM32F407 Hesaplama Maliyeti Analizi</a:t>
                      </a:r>
                      <a:endParaRPr lang="tr-TR" sz="900" dirty="0">
                        <a:solidFill>
                          <a:srgbClr val="1F1F1F"/>
                        </a:solidFill>
                        <a:effectLst/>
                        <a:latin typeface="+mn-lt"/>
                      </a:endParaRPr>
                    </a:p>
                  </a:txBody>
                  <a:tcPr marL="12509" marR="12509" marT="8340" marB="8340" anchor="ctr"/>
                </a:tc>
                <a:extLst>
                  <a:ext uri="{0D108BD9-81ED-4DB2-BD59-A6C34878D82A}">
                    <a16:rowId xmlns:a16="http://schemas.microsoft.com/office/drawing/2014/main" val="2058714964"/>
                  </a:ext>
                </a:extLst>
              </a:tr>
            </a:tbl>
          </a:graphicData>
        </a:graphic>
      </p:graphicFrame>
      <p:sp>
        <p:nvSpPr>
          <p:cNvPr id="8" name="Metin kutusu 7">
            <a:extLst>
              <a:ext uri="{FF2B5EF4-FFF2-40B4-BE49-F238E27FC236}">
                <a16:creationId xmlns:a16="http://schemas.microsoft.com/office/drawing/2014/main" id="{4D87F427-5666-EB91-86BA-0C8F406A23B4}"/>
              </a:ext>
            </a:extLst>
          </p:cNvPr>
          <p:cNvSpPr txBox="1"/>
          <p:nvPr/>
        </p:nvSpPr>
        <p:spPr>
          <a:xfrm>
            <a:off x="71407" y="1582839"/>
            <a:ext cx="4079039" cy="276999"/>
          </a:xfrm>
          <a:prstGeom prst="rect">
            <a:avLst/>
          </a:prstGeom>
          <a:noFill/>
        </p:spPr>
        <p:txBody>
          <a:bodyPr wrap="square">
            <a:spAutoFit/>
          </a:bodyPr>
          <a:lstStyle/>
          <a:p>
            <a:pPr algn="just"/>
            <a:r>
              <a:rPr lang="tr-TR" sz="1200" b="1" dirty="0">
                <a:solidFill>
                  <a:schemeClr val="dk1"/>
                </a:solidFill>
                <a:ea typeface="Roboto"/>
                <a:cs typeface="Arial" panose="020B0604020202020204" pitchFamily="34" charset="0"/>
                <a:sym typeface="Roboto"/>
              </a:rPr>
              <a:t>Tablo 2. </a:t>
            </a:r>
            <a:r>
              <a:rPr lang="tr-TR" sz="1200" dirty="0">
                <a:solidFill>
                  <a:schemeClr val="dk1"/>
                </a:solidFill>
                <a:ea typeface="Roboto"/>
                <a:cs typeface="Arial" panose="020B0604020202020204" pitchFamily="34" charset="0"/>
                <a:sym typeface="Roboto"/>
              </a:rPr>
              <a:t>Detaylı literatür incelemesi. </a:t>
            </a:r>
          </a:p>
        </p:txBody>
      </p:sp>
    </p:spTree>
    <p:extLst>
      <p:ext uri="{BB962C8B-B14F-4D97-AF65-F5344CB8AC3E}">
        <p14:creationId xmlns:p14="http://schemas.microsoft.com/office/powerpoint/2010/main" val="2830005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F10E3-0029-6D1C-BA03-F417B4E198D2}"/>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DF5A414B-B4C4-BD75-9B9C-538F97DA6475}"/>
              </a:ext>
            </a:extLst>
          </p:cNvPr>
          <p:cNvSpPr>
            <a:spLocks noGrp="1"/>
          </p:cNvSpPr>
          <p:nvPr>
            <p:ph type="title"/>
          </p:nvPr>
        </p:nvSpPr>
        <p:spPr>
          <a:xfrm>
            <a:off x="82425" y="1185882"/>
            <a:ext cx="3629742" cy="420871"/>
          </a:xfrm>
        </p:spPr>
        <p:txBody>
          <a:bodyPr>
            <a:normAutofit fontScale="90000"/>
          </a:bodyPr>
          <a:lstStyle/>
          <a:p>
            <a:pPr lvl="1" algn="l" defTabSz="990295" rtl="0">
              <a:lnSpc>
                <a:spcPct val="90000"/>
              </a:lnSpc>
              <a:spcBef>
                <a:spcPts val="1083"/>
              </a:spcBef>
            </a:pPr>
            <a:r>
              <a:rPr lang="tr-TR" sz="2800" b="1" dirty="0">
                <a:solidFill>
                  <a:schemeClr val="tx1"/>
                </a:solidFill>
                <a:latin typeface="+mn-lt"/>
              </a:rPr>
              <a:t>Literatür Özet İstatistiği</a:t>
            </a:r>
            <a:endParaRPr lang="tr-TR" sz="2800" b="1" kern="1200" dirty="0">
              <a:solidFill>
                <a:schemeClr val="tx1"/>
              </a:solidFill>
              <a:latin typeface="+mn-lt"/>
              <a:ea typeface="+mn-ea"/>
              <a:cs typeface="+mn-cs"/>
            </a:endParaRPr>
          </a:p>
        </p:txBody>
      </p:sp>
      <p:graphicFrame>
        <p:nvGraphicFramePr>
          <p:cNvPr id="9" name="Chart 8">
            <a:extLst>
              <a:ext uri="{FF2B5EF4-FFF2-40B4-BE49-F238E27FC236}">
                <a16:creationId xmlns:a16="http://schemas.microsoft.com/office/drawing/2014/main" id="{E8CFABE0-B231-469C-864C-5BB5C78DAD24}"/>
              </a:ext>
            </a:extLst>
          </p:cNvPr>
          <p:cNvGraphicFramePr/>
          <p:nvPr>
            <p:extLst>
              <p:ext uri="{D42A27DB-BD31-4B8C-83A1-F6EECF244321}">
                <p14:modId xmlns:p14="http://schemas.microsoft.com/office/powerpoint/2010/main" val="618585913"/>
              </p:ext>
            </p:extLst>
          </p:nvPr>
        </p:nvGraphicFramePr>
        <p:xfrm>
          <a:off x="5575772" y="1466919"/>
          <a:ext cx="3629742" cy="48115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77394228-9F77-43EA-B06E-496131DF73BE}"/>
              </a:ext>
            </a:extLst>
          </p:cNvPr>
          <p:cNvGraphicFramePr/>
          <p:nvPr>
            <p:extLst>
              <p:ext uri="{D42A27DB-BD31-4B8C-83A1-F6EECF244321}">
                <p14:modId xmlns:p14="http://schemas.microsoft.com/office/powerpoint/2010/main" val="2178119223"/>
              </p:ext>
            </p:extLst>
          </p:nvPr>
        </p:nvGraphicFramePr>
        <p:xfrm>
          <a:off x="217539" y="1771870"/>
          <a:ext cx="4519714" cy="5292068"/>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extLst>
              <a:ext uri="{FF2B5EF4-FFF2-40B4-BE49-F238E27FC236}">
                <a16:creationId xmlns:a16="http://schemas.microsoft.com/office/drawing/2014/main" id="{6069F386-C7D0-4F3B-BC5C-BF5362F26F00}"/>
              </a:ext>
            </a:extLst>
          </p:cNvPr>
          <p:cNvSpPr txBox="1"/>
          <p:nvPr/>
        </p:nvSpPr>
        <p:spPr>
          <a:xfrm>
            <a:off x="217539" y="7161901"/>
            <a:ext cx="4733873" cy="492443"/>
          </a:xfrm>
          <a:prstGeom prst="rect">
            <a:avLst/>
          </a:prstGeom>
          <a:noFill/>
        </p:spPr>
        <p:txBody>
          <a:bodyPr wrap="square" rtlCol="0">
            <a:spAutoFit/>
          </a:bodyPr>
          <a:lstStyle/>
          <a:p>
            <a:r>
              <a:rPr lang="tr-TR" sz="1300" b="1" dirty="0"/>
              <a:t>Şekil 5. </a:t>
            </a:r>
            <a:r>
              <a:rPr lang="tr-TR" sz="1300" dirty="0"/>
              <a:t>Literatürdeki gürbüzlük ve çevre koşulları modelleme seviyeleri dağılımları.</a:t>
            </a:r>
          </a:p>
        </p:txBody>
      </p:sp>
      <p:sp>
        <p:nvSpPr>
          <p:cNvPr id="13" name="TextBox 12">
            <a:extLst>
              <a:ext uri="{FF2B5EF4-FFF2-40B4-BE49-F238E27FC236}">
                <a16:creationId xmlns:a16="http://schemas.microsoft.com/office/drawing/2014/main" id="{E3E17DAB-E8B0-4E63-B07E-6E5E003FEB80}"/>
              </a:ext>
            </a:extLst>
          </p:cNvPr>
          <p:cNvSpPr txBox="1"/>
          <p:nvPr/>
        </p:nvSpPr>
        <p:spPr>
          <a:xfrm>
            <a:off x="5241632" y="7161901"/>
            <a:ext cx="4298022" cy="292388"/>
          </a:xfrm>
          <a:prstGeom prst="rect">
            <a:avLst/>
          </a:prstGeom>
          <a:noFill/>
        </p:spPr>
        <p:txBody>
          <a:bodyPr wrap="square" rtlCol="0">
            <a:spAutoFit/>
          </a:bodyPr>
          <a:lstStyle/>
          <a:p>
            <a:r>
              <a:rPr lang="tr-TR" sz="1300" b="1" dirty="0"/>
              <a:t>Şekil 6. </a:t>
            </a:r>
            <a:r>
              <a:rPr lang="tr-TR" sz="1300" dirty="0"/>
              <a:t>Literatürdeki saf/</a:t>
            </a:r>
            <a:r>
              <a:rPr lang="tr-TR" sz="1300" dirty="0" err="1"/>
              <a:t>hibrit</a:t>
            </a:r>
            <a:r>
              <a:rPr lang="tr-TR" sz="1300" dirty="0"/>
              <a:t> metodolojisinin dağılımları.</a:t>
            </a:r>
          </a:p>
        </p:txBody>
      </p:sp>
      <p:cxnSp>
        <p:nvCxnSpPr>
          <p:cNvPr id="15" name="Straight Connector 14">
            <a:extLst>
              <a:ext uri="{FF2B5EF4-FFF2-40B4-BE49-F238E27FC236}">
                <a16:creationId xmlns:a16="http://schemas.microsoft.com/office/drawing/2014/main" id="{5F5FD42E-AF25-4ED6-B9EE-9E9F6E4380D8}"/>
              </a:ext>
            </a:extLst>
          </p:cNvPr>
          <p:cNvCxnSpPr>
            <a:cxnSpLocks/>
            <a:endCxn id="11" idx="3"/>
          </p:cNvCxnSpPr>
          <p:nvPr/>
        </p:nvCxnSpPr>
        <p:spPr>
          <a:xfrm>
            <a:off x="4951412" y="1673907"/>
            <a:ext cx="0" cy="573421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218612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CD350-F40F-AE26-A08D-57C23D3CEEB8}"/>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8ED52ED0-B7B0-E0B9-39FC-30AAEFB4DF36}"/>
              </a:ext>
            </a:extLst>
          </p:cNvPr>
          <p:cNvSpPr>
            <a:spLocks noGrp="1"/>
          </p:cNvSpPr>
          <p:nvPr>
            <p:ph type="title"/>
          </p:nvPr>
        </p:nvSpPr>
        <p:spPr>
          <a:xfrm>
            <a:off x="204978" y="1275645"/>
            <a:ext cx="4457333" cy="666044"/>
          </a:xfrm>
        </p:spPr>
        <p:txBody>
          <a:bodyPr>
            <a:normAutofit fontScale="90000"/>
          </a:bodyPr>
          <a:lstStyle/>
          <a:p>
            <a:pPr lvl="1" algn="l" defTabSz="990295" rtl="0">
              <a:lnSpc>
                <a:spcPct val="90000"/>
              </a:lnSpc>
              <a:spcBef>
                <a:spcPts val="1083"/>
              </a:spcBef>
            </a:pPr>
            <a:r>
              <a:rPr lang="tr-TR" sz="2800" b="1" dirty="0">
                <a:latin typeface="+mn-lt"/>
              </a:rPr>
              <a:t>Çalışmanın Kapsamı ve Özgün Değeri</a:t>
            </a:r>
            <a:endParaRPr lang="tr-TR" sz="2800" b="1" kern="1200" dirty="0">
              <a:solidFill>
                <a:schemeClr val="tx1"/>
              </a:solidFill>
              <a:latin typeface="+mn-lt"/>
              <a:ea typeface="+mn-ea"/>
              <a:cs typeface="+mn-cs"/>
            </a:endParaRPr>
          </a:p>
        </p:txBody>
      </p:sp>
      <p:sp>
        <p:nvSpPr>
          <p:cNvPr id="20" name="Metin kutusu 19">
            <a:extLst>
              <a:ext uri="{FF2B5EF4-FFF2-40B4-BE49-F238E27FC236}">
                <a16:creationId xmlns:a16="http://schemas.microsoft.com/office/drawing/2014/main" id="{3B6389F4-E07C-A99A-BD70-328CAFBD79C8}"/>
              </a:ext>
            </a:extLst>
          </p:cNvPr>
          <p:cNvSpPr txBox="1"/>
          <p:nvPr/>
        </p:nvSpPr>
        <p:spPr>
          <a:xfrm>
            <a:off x="513643" y="6738126"/>
            <a:ext cx="8894762" cy="292388"/>
          </a:xfrm>
          <a:prstGeom prst="rect">
            <a:avLst/>
          </a:prstGeom>
          <a:noFill/>
        </p:spPr>
        <p:txBody>
          <a:bodyPr wrap="square">
            <a:spAutoFit/>
          </a:bodyPr>
          <a:lstStyle/>
          <a:p>
            <a:pPr algn="just"/>
            <a:r>
              <a:rPr lang="tr-TR" sz="1300" b="1" dirty="0">
                <a:solidFill>
                  <a:schemeClr val="dk1"/>
                </a:solidFill>
                <a:ea typeface="Roboto"/>
                <a:cs typeface="Arial" panose="020B0604020202020204" pitchFamily="34" charset="0"/>
                <a:sym typeface="Roboto"/>
              </a:rPr>
              <a:t>Şekil 7. </a:t>
            </a:r>
            <a:r>
              <a:rPr lang="tr-TR" sz="1300" dirty="0"/>
              <a:t>Önerilen derin pekiştirmeli öğrenme </a:t>
            </a:r>
            <a:r>
              <a:rPr lang="tr-TR" sz="1300" dirty="0" err="1"/>
              <a:t>tabannlı</a:t>
            </a:r>
            <a:r>
              <a:rPr lang="tr-TR" sz="1300" dirty="0"/>
              <a:t> darbe açısı kısıtlı güdüm sisteminin metodolojik çerçevesi.</a:t>
            </a:r>
            <a:endParaRPr lang="tr-TR" sz="1300" dirty="0">
              <a:solidFill>
                <a:schemeClr val="dk1"/>
              </a:solidFill>
              <a:ea typeface="Roboto"/>
              <a:cs typeface="Arial" panose="020B0604020202020204" pitchFamily="34" charset="0"/>
              <a:sym typeface="Roboto"/>
            </a:endParaRPr>
          </a:p>
        </p:txBody>
      </p:sp>
      <p:graphicFrame>
        <p:nvGraphicFramePr>
          <p:cNvPr id="3" name="Diyagram 2">
            <a:extLst>
              <a:ext uri="{FF2B5EF4-FFF2-40B4-BE49-F238E27FC236}">
                <a16:creationId xmlns:a16="http://schemas.microsoft.com/office/drawing/2014/main" id="{B3F72905-466A-CB13-3A15-7BFA7A89A03D}"/>
              </a:ext>
            </a:extLst>
          </p:cNvPr>
          <p:cNvGraphicFramePr/>
          <p:nvPr>
            <p:extLst>
              <p:ext uri="{D42A27DB-BD31-4B8C-83A1-F6EECF244321}">
                <p14:modId xmlns:p14="http://schemas.microsoft.com/office/powerpoint/2010/main" val="2022994041"/>
              </p:ext>
            </p:extLst>
          </p:nvPr>
        </p:nvGraphicFramePr>
        <p:xfrm>
          <a:off x="513643" y="2335459"/>
          <a:ext cx="9036757" cy="41343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90306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4D5CF-01B1-2EE5-6894-F6C328B46BAC}"/>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75B9010F-0E1B-27F4-D566-F99F235BE098}"/>
              </a:ext>
            </a:extLst>
          </p:cNvPr>
          <p:cNvSpPr>
            <a:spLocks noGrp="1"/>
          </p:cNvSpPr>
          <p:nvPr>
            <p:ph type="title"/>
          </p:nvPr>
        </p:nvSpPr>
        <p:spPr>
          <a:xfrm>
            <a:off x="167558" y="1270783"/>
            <a:ext cx="4783854" cy="625749"/>
          </a:xfrm>
        </p:spPr>
        <p:txBody>
          <a:bodyPr>
            <a:normAutofit fontScale="90000"/>
          </a:bodyPr>
          <a:lstStyle/>
          <a:p>
            <a:pPr lvl="1" algn="l" defTabSz="990295" rtl="0">
              <a:lnSpc>
                <a:spcPct val="90000"/>
              </a:lnSpc>
              <a:spcBef>
                <a:spcPts val="1083"/>
              </a:spcBef>
            </a:pPr>
            <a:r>
              <a:rPr lang="tr-TR" sz="2800" b="1" dirty="0">
                <a:latin typeface="+mn-lt"/>
              </a:rPr>
              <a:t>Teknolojik Altyapı ve </a:t>
            </a:r>
            <a:br>
              <a:rPr lang="tr-TR" sz="2800" b="1" dirty="0">
                <a:latin typeface="+mn-lt"/>
              </a:rPr>
            </a:br>
            <a:r>
              <a:rPr lang="tr-TR" sz="2800" b="1" dirty="0">
                <a:latin typeface="+mn-lt"/>
              </a:rPr>
              <a:t>Metodolojik Geliştirme Ortamı</a:t>
            </a:r>
            <a:endParaRPr lang="tr-TR" sz="2800" b="1" kern="1200" dirty="0">
              <a:solidFill>
                <a:schemeClr val="tx1"/>
              </a:solidFill>
              <a:latin typeface="+mn-lt"/>
              <a:ea typeface="+mn-ea"/>
              <a:cs typeface="+mn-cs"/>
            </a:endParaRPr>
          </a:p>
        </p:txBody>
      </p:sp>
      <p:graphicFrame>
        <p:nvGraphicFramePr>
          <p:cNvPr id="4" name="Diyagram 3">
            <a:extLst>
              <a:ext uri="{FF2B5EF4-FFF2-40B4-BE49-F238E27FC236}">
                <a16:creationId xmlns:a16="http://schemas.microsoft.com/office/drawing/2014/main" id="{5B1CF6F0-335E-7AB8-E5D0-00560E53FAA6}"/>
              </a:ext>
            </a:extLst>
          </p:cNvPr>
          <p:cNvGraphicFramePr/>
          <p:nvPr>
            <p:extLst>
              <p:ext uri="{D42A27DB-BD31-4B8C-83A1-F6EECF244321}">
                <p14:modId xmlns:p14="http://schemas.microsoft.com/office/powerpoint/2010/main" val="713234347"/>
              </p:ext>
            </p:extLst>
          </p:nvPr>
        </p:nvGraphicFramePr>
        <p:xfrm>
          <a:off x="167558" y="2257778"/>
          <a:ext cx="9650983" cy="3465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Metin kutusu 4">
            <a:extLst>
              <a:ext uri="{FF2B5EF4-FFF2-40B4-BE49-F238E27FC236}">
                <a16:creationId xmlns:a16="http://schemas.microsoft.com/office/drawing/2014/main" id="{3DC6C0A7-523D-B8F6-B380-EBB001C8857A}"/>
              </a:ext>
            </a:extLst>
          </p:cNvPr>
          <p:cNvSpPr txBox="1"/>
          <p:nvPr/>
        </p:nvSpPr>
        <p:spPr>
          <a:xfrm>
            <a:off x="167558" y="5746158"/>
            <a:ext cx="6757747" cy="307777"/>
          </a:xfrm>
          <a:prstGeom prst="rect">
            <a:avLst/>
          </a:prstGeom>
          <a:noFill/>
        </p:spPr>
        <p:txBody>
          <a:bodyPr wrap="none" rtlCol="0">
            <a:spAutoFit/>
          </a:bodyPr>
          <a:lstStyle/>
          <a:p>
            <a:r>
              <a:rPr lang="tr-TR" sz="1400" b="1" dirty="0"/>
              <a:t>Şekil 8. </a:t>
            </a:r>
            <a:r>
              <a:rPr lang="tr-TR" sz="1400" dirty="0"/>
              <a:t>Önerilen çözümün gerçekleştirilmesi için kullanılması planlanan  teknoloji altyapısı.</a:t>
            </a:r>
          </a:p>
        </p:txBody>
      </p:sp>
    </p:spTree>
    <p:extLst>
      <p:ext uri="{BB962C8B-B14F-4D97-AF65-F5344CB8AC3E}">
        <p14:creationId xmlns:p14="http://schemas.microsoft.com/office/powerpoint/2010/main" val="1744408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26498-BA8A-EC99-1EAF-E25805B34F1F}"/>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8A28E6B3-4CD9-46C1-1776-A3B59B34F16D}"/>
              </a:ext>
            </a:extLst>
          </p:cNvPr>
          <p:cNvSpPr>
            <a:spLocks noGrp="1"/>
          </p:cNvSpPr>
          <p:nvPr>
            <p:ph type="title"/>
          </p:nvPr>
        </p:nvSpPr>
        <p:spPr>
          <a:xfrm>
            <a:off x="167558" y="1259495"/>
            <a:ext cx="9650983" cy="420871"/>
          </a:xfrm>
        </p:spPr>
        <p:txBody>
          <a:bodyPr>
            <a:normAutofit fontScale="90000"/>
          </a:bodyPr>
          <a:lstStyle/>
          <a:p>
            <a:pPr lvl="1" algn="l" defTabSz="990295" rtl="0">
              <a:lnSpc>
                <a:spcPct val="90000"/>
              </a:lnSpc>
              <a:spcBef>
                <a:spcPts val="1083"/>
              </a:spcBef>
            </a:pPr>
            <a:r>
              <a:rPr lang="tr-TR" sz="2800" b="1" dirty="0">
                <a:solidFill>
                  <a:schemeClr val="tx1"/>
                </a:solidFill>
                <a:latin typeface="+mn-lt"/>
              </a:rPr>
              <a:t>Çalışma Planı ve Yol Haritası</a:t>
            </a:r>
            <a:endParaRPr lang="tr-TR" sz="2800" b="1" kern="1200" dirty="0">
              <a:solidFill>
                <a:schemeClr val="tx1"/>
              </a:solidFill>
              <a:latin typeface="+mn-lt"/>
              <a:ea typeface="+mn-ea"/>
              <a:cs typeface="+mn-cs"/>
            </a:endParaRPr>
          </a:p>
        </p:txBody>
      </p:sp>
      <p:graphicFrame>
        <p:nvGraphicFramePr>
          <p:cNvPr id="4" name="Diyagram 3">
            <a:extLst>
              <a:ext uri="{FF2B5EF4-FFF2-40B4-BE49-F238E27FC236}">
                <a16:creationId xmlns:a16="http://schemas.microsoft.com/office/drawing/2014/main" id="{E2312B69-3B7D-ED92-34D7-1FB539A2F23B}"/>
              </a:ext>
            </a:extLst>
          </p:cNvPr>
          <p:cNvGraphicFramePr/>
          <p:nvPr>
            <p:extLst>
              <p:ext uri="{D42A27DB-BD31-4B8C-83A1-F6EECF244321}">
                <p14:modId xmlns:p14="http://schemas.microsoft.com/office/powerpoint/2010/main" val="2689967509"/>
              </p:ext>
            </p:extLst>
          </p:nvPr>
        </p:nvGraphicFramePr>
        <p:xfrm>
          <a:off x="84282" y="2111023"/>
          <a:ext cx="9734259" cy="508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76610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B9B30-F766-49CF-3A0C-101A82F43B13}"/>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B0DB0426-A410-892A-A22B-D05C4C5E4687}"/>
              </a:ext>
            </a:extLst>
          </p:cNvPr>
          <p:cNvSpPr>
            <a:spLocks noGrp="1"/>
          </p:cNvSpPr>
          <p:nvPr>
            <p:ph type="title"/>
          </p:nvPr>
        </p:nvSpPr>
        <p:spPr>
          <a:xfrm>
            <a:off x="135599" y="1189821"/>
            <a:ext cx="3643187" cy="569685"/>
          </a:xfrm>
        </p:spPr>
        <p:txBody>
          <a:bodyPr>
            <a:noAutofit/>
          </a:bodyPr>
          <a:lstStyle/>
          <a:p>
            <a:pPr lvl="1" algn="l" defTabSz="990295" rtl="0">
              <a:lnSpc>
                <a:spcPct val="90000"/>
              </a:lnSpc>
              <a:spcBef>
                <a:spcPts val="1083"/>
              </a:spcBef>
            </a:pPr>
            <a:r>
              <a:rPr lang="tr-TR" sz="2500" b="1" dirty="0">
                <a:solidFill>
                  <a:schemeClr val="tx1"/>
                </a:solidFill>
                <a:latin typeface="+mn-lt"/>
              </a:rPr>
              <a:t>Sonuç ve Değerlendirme</a:t>
            </a:r>
            <a:endParaRPr lang="tr-TR" sz="2500" b="1" kern="1200" dirty="0">
              <a:solidFill>
                <a:schemeClr val="tx1"/>
              </a:solidFill>
              <a:latin typeface="+mn-lt"/>
              <a:ea typeface="+mn-ea"/>
              <a:cs typeface="+mn-cs"/>
            </a:endParaRPr>
          </a:p>
        </p:txBody>
      </p:sp>
      <p:graphicFrame>
        <p:nvGraphicFramePr>
          <p:cNvPr id="7" name="Diagram 6">
            <a:extLst>
              <a:ext uri="{FF2B5EF4-FFF2-40B4-BE49-F238E27FC236}">
                <a16:creationId xmlns:a16="http://schemas.microsoft.com/office/drawing/2014/main" id="{DF1D69EA-A6D4-44CA-98B9-633D69D5335A}"/>
              </a:ext>
            </a:extLst>
          </p:cNvPr>
          <p:cNvGraphicFramePr/>
          <p:nvPr>
            <p:extLst>
              <p:ext uri="{D42A27DB-BD31-4B8C-83A1-F6EECF244321}">
                <p14:modId xmlns:p14="http://schemas.microsoft.com/office/powerpoint/2010/main" val="431326905"/>
              </p:ext>
            </p:extLst>
          </p:nvPr>
        </p:nvGraphicFramePr>
        <p:xfrm>
          <a:off x="135599" y="1980550"/>
          <a:ext cx="9405008" cy="54558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35586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FA837-0442-D49F-EC11-F680214BB7E2}"/>
            </a:ext>
          </a:extLst>
        </p:cNvPr>
        <p:cNvGrpSpPr/>
        <p:nvPr/>
      </p:nvGrpSpPr>
      <p:grpSpPr>
        <a:xfrm>
          <a:off x="0" y="0"/>
          <a:ext cx="0" cy="0"/>
          <a:chOff x="0" y="0"/>
          <a:chExt cx="0" cy="0"/>
        </a:xfrm>
      </p:grpSpPr>
      <p:sp>
        <p:nvSpPr>
          <p:cNvPr id="3" name="Unvan 1">
            <a:extLst>
              <a:ext uri="{FF2B5EF4-FFF2-40B4-BE49-F238E27FC236}">
                <a16:creationId xmlns:a16="http://schemas.microsoft.com/office/drawing/2014/main" id="{808EB2FA-59FA-7E7F-FD4B-0EAF48D5CD06}"/>
              </a:ext>
            </a:extLst>
          </p:cNvPr>
          <p:cNvSpPr>
            <a:spLocks noGrp="1"/>
          </p:cNvSpPr>
          <p:nvPr>
            <p:ph type="title"/>
          </p:nvPr>
        </p:nvSpPr>
        <p:spPr>
          <a:xfrm>
            <a:off x="208394" y="1259542"/>
            <a:ext cx="9650983" cy="420871"/>
          </a:xfrm>
        </p:spPr>
        <p:txBody>
          <a:bodyPr>
            <a:normAutofit fontScale="90000"/>
          </a:bodyPr>
          <a:lstStyle/>
          <a:p>
            <a:pPr lvl="1" algn="l" defTabSz="990295" rtl="0">
              <a:lnSpc>
                <a:spcPct val="90000"/>
              </a:lnSpc>
              <a:spcBef>
                <a:spcPts val="1083"/>
              </a:spcBef>
            </a:pPr>
            <a:r>
              <a:rPr lang="tr-TR" sz="2800" b="1" dirty="0">
                <a:solidFill>
                  <a:schemeClr val="tx1"/>
                </a:solidFill>
                <a:latin typeface="+mn-lt"/>
              </a:rPr>
              <a:t>Kaynaklar</a:t>
            </a:r>
            <a:endParaRPr lang="tr-TR" sz="2800" b="1" kern="1200" dirty="0">
              <a:solidFill>
                <a:schemeClr val="tx1"/>
              </a:solidFill>
              <a:latin typeface="+mn-lt"/>
              <a:ea typeface="+mn-ea"/>
              <a:cs typeface="+mn-cs"/>
            </a:endParaRPr>
          </a:p>
        </p:txBody>
      </p:sp>
      <p:sp>
        <p:nvSpPr>
          <p:cNvPr id="2" name="Rectangle 1">
            <a:extLst>
              <a:ext uri="{FF2B5EF4-FFF2-40B4-BE49-F238E27FC236}">
                <a16:creationId xmlns:a16="http://schemas.microsoft.com/office/drawing/2014/main" id="{F60E45D1-CE64-4EE2-931A-074617AAF21F}"/>
              </a:ext>
            </a:extLst>
          </p:cNvPr>
          <p:cNvSpPr>
            <a:spLocks noChangeArrowheads="1"/>
          </p:cNvSpPr>
          <p:nvPr/>
        </p:nvSpPr>
        <p:spPr bwMode="auto">
          <a:xfrm>
            <a:off x="208394" y="1969802"/>
            <a:ext cx="948603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err="1">
                <a:ln>
                  <a:noFill/>
                </a:ln>
                <a:solidFill>
                  <a:schemeClr val="tx1"/>
                </a:solidFill>
                <a:effectLst/>
              </a:rPr>
              <a:t>Du</a:t>
            </a:r>
            <a:r>
              <a:rPr kumimoji="0" lang="tr-TR" altLang="tr-TR" sz="1200" b="0" i="0" u="none" strike="noStrike" cap="none" normalizeH="0" baseline="0" dirty="0">
                <a:ln>
                  <a:noFill/>
                </a:ln>
                <a:solidFill>
                  <a:schemeClr val="tx1"/>
                </a:solidFill>
                <a:effectLst/>
              </a:rPr>
              <a:t>, M., </a:t>
            </a:r>
            <a:r>
              <a:rPr kumimoji="0" lang="tr-TR" altLang="tr-TR" sz="1200" b="0" i="0" u="none" strike="noStrike" cap="none" normalizeH="0" baseline="0" dirty="0" err="1">
                <a:ln>
                  <a:noFill/>
                </a:ln>
                <a:solidFill>
                  <a:schemeClr val="tx1"/>
                </a:solidFill>
                <a:effectLst/>
              </a:rPr>
              <a:t>Peng</a:t>
            </a:r>
            <a:r>
              <a:rPr kumimoji="0" lang="tr-TR" altLang="tr-TR" sz="1200" b="0" i="0" u="none" strike="noStrike" cap="none" normalizeH="0" baseline="0" dirty="0">
                <a:ln>
                  <a:noFill/>
                </a:ln>
                <a:solidFill>
                  <a:schemeClr val="tx1"/>
                </a:solidFill>
                <a:effectLst/>
              </a:rPr>
              <a:t>, C., &amp; </a:t>
            </a:r>
            <a:r>
              <a:rPr kumimoji="0" lang="tr-TR" altLang="tr-TR" sz="1200" b="0" i="0" u="none" strike="noStrike" cap="none" normalizeH="0" baseline="0" dirty="0" err="1">
                <a:ln>
                  <a:noFill/>
                </a:ln>
                <a:solidFill>
                  <a:schemeClr val="tx1"/>
                </a:solidFill>
                <a:effectLst/>
              </a:rPr>
              <a:t>Ma</a:t>
            </a:r>
            <a:r>
              <a:rPr kumimoji="0" lang="tr-TR" altLang="tr-TR" sz="1200" b="0" i="0" u="none" strike="noStrike" cap="none" normalizeH="0" baseline="0" dirty="0">
                <a:ln>
                  <a:noFill/>
                </a:ln>
                <a:solidFill>
                  <a:schemeClr val="tx1"/>
                </a:solidFill>
                <a:effectLst/>
              </a:rPr>
              <a:t>, J. (2021). </a:t>
            </a:r>
            <a:r>
              <a:rPr kumimoji="0" lang="tr-TR" altLang="tr-TR" sz="1200" b="0" i="0" u="none" strike="noStrike" cap="none" normalizeH="0" baseline="0" dirty="0" err="1">
                <a:ln>
                  <a:noFill/>
                </a:ln>
                <a:solidFill>
                  <a:schemeClr val="tx1"/>
                </a:solidFill>
                <a:effectLst/>
              </a:rPr>
              <a:t>Deep</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reinforcement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learning</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based</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missile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law</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design</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for</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maneuvering</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target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interception</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Proceedings</a:t>
            </a:r>
            <a:r>
              <a:rPr kumimoji="0" lang="tr-TR" altLang="tr-TR" sz="1200" b="0" i="1" u="none" strike="noStrike" cap="none" normalizeH="0" baseline="0" dirty="0">
                <a:ln>
                  <a:noFill/>
                </a:ln>
                <a:solidFill>
                  <a:schemeClr val="tx1"/>
                </a:solidFill>
                <a:effectLst/>
              </a:rPr>
              <a:t> of </a:t>
            </a:r>
            <a:r>
              <a:rPr kumimoji="0" lang="tr-TR" altLang="tr-TR" sz="1200" b="0" i="1" u="none" strike="noStrike" cap="none" normalizeH="0" baseline="0" dirty="0" err="1">
                <a:ln>
                  <a:noFill/>
                </a:ln>
                <a:solidFill>
                  <a:schemeClr val="tx1"/>
                </a:solidFill>
                <a:effectLst/>
              </a:rPr>
              <a:t>the</a:t>
            </a:r>
            <a:r>
              <a:rPr kumimoji="0" lang="tr-TR" altLang="tr-TR" sz="1200" b="0" i="1" u="none" strike="noStrike" cap="none" normalizeH="0" baseline="0" dirty="0">
                <a:ln>
                  <a:noFill/>
                </a:ln>
                <a:solidFill>
                  <a:schemeClr val="tx1"/>
                </a:solidFill>
                <a:effectLst/>
              </a:rPr>
              <a:t> 2021 40th </a:t>
            </a:r>
            <a:r>
              <a:rPr kumimoji="0" lang="tr-TR" altLang="tr-TR" sz="1200" b="0" i="1" u="none" strike="noStrike" cap="none" normalizeH="0" baseline="0" dirty="0" err="1">
                <a:ln>
                  <a:noFill/>
                </a:ln>
                <a:solidFill>
                  <a:schemeClr val="tx1"/>
                </a:solidFill>
                <a:effectLst/>
              </a:rPr>
              <a:t>Chinese</a:t>
            </a:r>
            <a:r>
              <a:rPr kumimoji="0" lang="tr-TR" altLang="tr-TR" sz="1200" b="0" i="1" u="none" strike="noStrike" cap="none" normalizeH="0" baseline="0" dirty="0">
                <a:ln>
                  <a:noFill/>
                </a:ln>
                <a:solidFill>
                  <a:schemeClr val="tx1"/>
                </a:solidFill>
                <a:effectLst/>
              </a:rPr>
              <a:t> Control Conference (CCC)</a:t>
            </a:r>
            <a:r>
              <a:rPr kumimoji="0" lang="tr-TR" altLang="tr-TR" sz="1200" b="0" i="0" u="none" strike="noStrike" cap="none" normalizeH="0" baseline="0" dirty="0">
                <a:ln>
                  <a:noFill/>
                </a:ln>
                <a:solidFill>
                  <a:schemeClr val="tx1"/>
                </a:solidFill>
                <a:effectLst/>
              </a:rPr>
              <a:t>, 3733–3738. </a:t>
            </a:r>
            <a:r>
              <a:rPr kumimoji="0" lang="tr-TR" altLang="tr-TR" sz="1200" b="0" i="0" u="none" strike="noStrike" cap="none" normalizeH="0" baseline="0" dirty="0">
                <a:ln>
                  <a:noFill/>
                </a:ln>
                <a:solidFill>
                  <a:schemeClr val="tx1"/>
                </a:solidFill>
                <a:effectLst/>
                <a:hlinkClick r:id="rId3"/>
              </a:rPr>
              <a:t>https://doi.org/10.23919/CCC52363.2021.9549596</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a:ln>
                  <a:noFill/>
                </a:ln>
                <a:solidFill>
                  <a:schemeClr val="tx1"/>
                </a:solidFill>
                <a:effectLst/>
              </a:rPr>
              <a:t>Fan, J., </a:t>
            </a:r>
            <a:r>
              <a:rPr kumimoji="0" lang="tr-TR" altLang="tr-TR" sz="1200" b="0" i="0" u="none" strike="noStrike" cap="none" normalizeH="0" baseline="0" dirty="0" err="1">
                <a:ln>
                  <a:noFill/>
                </a:ln>
                <a:solidFill>
                  <a:schemeClr val="tx1"/>
                </a:solidFill>
                <a:effectLst/>
              </a:rPr>
              <a:t>Dou</a:t>
            </a:r>
            <a:r>
              <a:rPr kumimoji="0" lang="tr-TR" altLang="tr-TR" sz="1200" b="0" i="0" u="none" strike="noStrike" cap="none" normalizeH="0" baseline="0" dirty="0">
                <a:ln>
                  <a:noFill/>
                </a:ln>
                <a:solidFill>
                  <a:schemeClr val="tx1"/>
                </a:solidFill>
                <a:effectLst/>
              </a:rPr>
              <a:t>, D., &amp; </a:t>
            </a:r>
            <a:r>
              <a:rPr kumimoji="0" lang="tr-TR" altLang="tr-TR" sz="1200" b="0" i="0" u="none" strike="noStrike" cap="none" normalizeH="0" baseline="0" dirty="0" err="1">
                <a:ln>
                  <a:noFill/>
                </a:ln>
                <a:solidFill>
                  <a:schemeClr val="tx1"/>
                </a:solidFill>
                <a:effectLst/>
              </a:rPr>
              <a:t>Ji</a:t>
            </a:r>
            <a:r>
              <a:rPr kumimoji="0" lang="tr-TR" altLang="tr-TR" sz="1200" b="0" i="0" u="none" strike="noStrike" cap="none" normalizeH="0" baseline="0" dirty="0">
                <a:ln>
                  <a:noFill/>
                </a:ln>
                <a:solidFill>
                  <a:schemeClr val="tx1"/>
                </a:solidFill>
                <a:effectLst/>
              </a:rPr>
              <a:t>, Y. (2023). </a:t>
            </a:r>
            <a:r>
              <a:rPr kumimoji="0" lang="tr-TR" altLang="tr-TR" sz="1200" b="0" i="0" u="none" strike="noStrike" cap="none" normalizeH="0" baseline="0" dirty="0" err="1">
                <a:ln>
                  <a:noFill/>
                </a:ln>
                <a:solidFill>
                  <a:schemeClr val="tx1"/>
                </a:solidFill>
                <a:effectLst/>
              </a:rPr>
              <a:t>Impact-angle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constraint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and</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control</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strategies</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based</a:t>
            </a:r>
            <a:r>
              <a:rPr kumimoji="0" lang="tr-TR" altLang="tr-TR" sz="1200" b="0" i="0" u="none" strike="noStrike" cap="none" normalizeH="0" baseline="0" dirty="0">
                <a:ln>
                  <a:noFill/>
                </a:ln>
                <a:solidFill>
                  <a:schemeClr val="tx1"/>
                </a:solidFill>
                <a:effectLst/>
              </a:rPr>
              <a:t> on </a:t>
            </a:r>
            <a:r>
              <a:rPr kumimoji="0" lang="tr-TR" altLang="tr-TR" sz="1200" b="0" i="0" u="none" strike="noStrike" cap="none" normalizeH="0" baseline="0" dirty="0" err="1">
                <a:ln>
                  <a:noFill/>
                </a:ln>
                <a:solidFill>
                  <a:schemeClr val="tx1"/>
                </a:solidFill>
                <a:effectLst/>
              </a:rPr>
              <a:t>deep</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reinforcement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learning</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Aerospace</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10</a:t>
            </a:r>
            <a:r>
              <a:rPr kumimoji="0" lang="tr-TR" altLang="tr-TR" sz="1200" b="0" i="0" u="none" strike="noStrike" cap="none" normalizeH="0" baseline="0" dirty="0">
                <a:ln>
                  <a:noFill/>
                </a:ln>
                <a:solidFill>
                  <a:schemeClr val="tx1"/>
                </a:solidFill>
                <a:effectLst/>
              </a:rPr>
              <a:t>(11), </a:t>
            </a:r>
            <a:r>
              <a:rPr kumimoji="0" lang="tr-TR" altLang="tr-TR" sz="1200" b="0" i="0" u="none" strike="noStrike" cap="none" normalizeH="0" baseline="0" dirty="0" err="1">
                <a:ln>
                  <a:noFill/>
                </a:ln>
                <a:solidFill>
                  <a:schemeClr val="tx1"/>
                </a:solidFill>
                <a:effectLst/>
              </a:rPr>
              <a:t>Article</a:t>
            </a:r>
            <a:r>
              <a:rPr kumimoji="0" lang="tr-TR" altLang="tr-TR" sz="1200" b="0" i="0" u="none" strike="noStrike" cap="none" normalizeH="0" baseline="0" dirty="0">
                <a:ln>
                  <a:noFill/>
                </a:ln>
                <a:solidFill>
                  <a:schemeClr val="tx1"/>
                </a:solidFill>
                <a:effectLst/>
              </a:rPr>
              <a:t> 954. </a:t>
            </a:r>
            <a:r>
              <a:rPr kumimoji="0" lang="tr-TR" altLang="tr-TR" sz="1200" b="0" i="0" u="none" strike="noStrike" cap="none" normalizeH="0" baseline="0" dirty="0">
                <a:ln>
                  <a:noFill/>
                </a:ln>
                <a:solidFill>
                  <a:schemeClr val="tx1"/>
                </a:solidFill>
                <a:effectLst/>
                <a:hlinkClick r:id="rId4"/>
              </a:rPr>
              <a:t>https://doi.org/10.3390/aerospace10110954</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err="1">
                <a:ln>
                  <a:noFill/>
                </a:ln>
                <a:solidFill>
                  <a:schemeClr val="tx1"/>
                </a:solidFill>
                <a:effectLst/>
              </a:rPr>
              <a:t>Guo</a:t>
            </a:r>
            <a:r>
              <a:rPr kumimoji="0" lang="tr-TR" altLang="tr-TR" sz="1200" b="0" i="0" u="none" strike="noStrike" cap="none" normalizeH="0" baseline="0" dirty="0">
                <a:ln>
                  <a:noFill/>
                </a:ln>
                <a:solidFill>
                  <a:schemeClr val="tx1"/>
                </a:solidFill>
                <a:effectLst/>
              </a:rPr>
              <a:t>, C., </a:t>
            </a:r>
            <a:r>
              <a:rPr kumimoji="0" lang="tr-TR" altLang="tr-TR" sz="1200" b="0" i="0" u="none" strike="noStrike" cap="none" normalizeH="0" baseline="0" dirty="0" err="1">
                <a:ln>
                  <a:noFill/>
                </a:ln>
                <a:solidFill>
                  <a:schemeClr val="tx1"/>
                </a:solidFill>
                <a:effectLst/>
              </a:rPr>
              <a:t>Chen</a:t>
            </a:r>
            <a:r>
              <a:rPr kumimoji="0" lang="tr-TR" altLang="tr-TR" sz="1200" b="0" i="0" u="none" strike="noStrike" cap="none" normalizeH="0" baseline="0" dirty="0">
                <a:ln>
                  <a:noFill/>
                </a:ln>
                <a:solidFill>
                  <a:schemeClr val="tx1"/>
                </a:solidFill>
                <a:effectLst/>
              </a:rPr>
              <a:t>, J., </a:t>
            </a:r>
            <a:r>
              <a:rPr kumimoji="0" lang="tr-TR" altLang="tr-TR" sz="1200" b="0" i="0" u="none" strike="noStrike" cap="none" normalizeH="0" baseline="0" dirty="0" err="1">
                <a:ln>
                  <a:noFill/>
                </a:ln>
                <a:solidFill>
                  <a:schemeClr val="tx1"/>
                </a:solidFill>
                <a:effectLst/>
              </a:rPr>
              <a:t>Guo</a:t>
            </a:r>
            <a:r>
              <a:rPr kumimoji="0" lang="tr-TR" altLang="tr-TR" sz="1200" b="0" i="0" u="none" strike="noStrike" cap="none" normalizeH="0" baseline="0" dirty="0">
                <a:ln>
                  <a:noFill/>
                </a:ln>
                <a:solidFill>
                  <a:schemeClr val="tx1"/>
                </a:solidFill>
                <a:effectLst/>
              </a:rPr>
              <a:t>, K., </a:t>
            </a:r>
            <a:r>
              <a:rPr kumimoji="0" lang="tr-TR" altLang="tr-TR" sz="1200" b="0" i="0" u="none" strike="noStrike" cap="none" normalizeH="0" baseline="0" dirty="0" err="1">
                <a:ln>
                  <a:noFill/>
                </a:ln>
                <a:solidFill>
                  <a:schemeClr val="tx1"/>
                </a:solidFill>
                <a:effectLst/>
              </a:rPr>
              <a:t>Zhang</a:t>
            </a:r>
            <a:r>
              <a:rPr kumimoji="0" lang="tr-TR" altLang="tr-TR" sz="1200" b="0" i="0" u="none" strike="noStrike" cap="none" normalizeH="0" baseline="0" dirty="0">
                <a:ln>
                  <a:noFill/>
                </a:ln>
                <a:solidFill>
                  <a:schemeClr val="tx1"/>
                </a:solidFill>
                <a:effectLst/>
              </a:rPr>
              <a:t>, W., </a:t>
            </a:r>
            <a:r>
              <a:rPr kumimoji="0" lang="tr-TR" altLang="tr-TR" sz="1200" b="0" i="0" u="none" strike="noStrike" cap="none" normalizeH="0" baseline="0" dirty="0" err="1">
                <a:ln>
                  <a:noFill/>
                </a:ln>
                <a:solidFill>
                  <a:schemeClr val="tx1"/>
                </a:solidFill>
                <a:effectLst/>
              </a:rPr>
              <a:t>Zhou</a:t>
            </a:r>
            <a:r>
              <a:rPr kumimoji="0" lang="tr-TR" altLang="tr-TR" sz="1200" b="0" i="0" u="none" strike="noStrike" cap="none" normalizeH="0" baseline="0" dirty="0">
                <a:ln>
                  <a:noFill/>
                </a:ln>
                <a:solidFill>
                  <a:schemeClr val="tx1"/>
                </a:solidFill>
                <a:effectLst/>
              </a:rPr>
              <a:t>, Z., &amp; </a:t>
            </a:r>
            <a:r>
              <a:rPr kumimoji="0" lang="tr-TR" altLang="tr-TR" sz="1200" b="0" i="0" u="none" strike="noStrike" cap="none" normalizeH="0" baseline="0" dirty="0" err="1">
                <a:ln>
                  <a:noFill/>
                </a:ln>
                <a:solidFill>
                  <a:schemeClr val="tx1"/>
                </a:solidFill>
                <a:effectLst/>
              </a:rPr>
              <a:t>Liu</a:t>
            </a:r>
            <a:r>
              <a:rPr kumimoji="0" lang="tr-TR" altLang="tr-TR" sz="1200" b="0" i="0" u="none" strike="noStrike" cap="none" normalizeH="0" baseline="0" dirty="0">
                <a:ln>
                  <a:noFill/>
                </a:ln>
                <a:solidFill>
                  <a:schemeClr val="tx1"/>
                </a:solidFill>
                <a:effectLst/>
              </a:rPr>
              <a:t>, Z. (2025). Design of </a:t>
            </a:r>
            <a:r>
              <a:rPr kumimoji="0" lang="tr-TR" altLang="tr-TR" sz="1200" b="0" i="0" u="none" strike="noStrike" cap="none" normalizeH="0" baseline="0" dirty="0" err="1">
                <a:ln>
                  <a:noFill/>
                </a:ln>
                <a:solidFill>
                  <a:schemeClr val="tx1"/>
                </a:solidFill>
                <a:effectLst/>
              </a:rPr>
              <a:t>impact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angle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constrained</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law</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based</a:t>
            </a:r>
            <a:r>
              <a:rPr kumimoji="0" lang="tr-TR" altLang="tr-TR" sz="1200" b="0" i="0" u="none" strike="noStrike" cap="none" normalizeH="0" baseline="0" dirty="0">
                <a:ln>
                  <a:noFill/>
                </a:ln>
                <a:solidFill>
                  <a:schemeClr val="tx1"/>
                </a:solidFill>
                <a:effectLst/>
              </a:rPr>
              <a:t> on </a:t>
            </a:r>
            <a:r>
              <a:rPr kumimoji="0" lang="tr-TR" altLang="tr-TR" sz="1200" b="0" i="0" u="none" strike="noStrike" cap="none" normalizeH="0" baseline="0" dirty="0" err="1">
                <a:ln>
                  <a:noFill/>
                </a:ln>
                <a:solidFill>
                  <a:schemeClr val="tx1"/>
                </a:solidFill>
                <a:effectLst/>
              </a:rPr>
              <a:t>deep</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reinforcement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learning</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Proceedings</a:t>
            </a:r>
            <a:r>
              <a:rPr kumimoji="0" lang="tr-TR" altLang="tr-TR" sz="1200" b="0" i="1" u="none" strike="noStrike" cap="none" normalizeH="0" baseline="0" dirty="0">
                <a:ln>
                  <a:noFill/>
                </a:ln>
                <a:solidFill>
                  <a:schemeClr val="tx1"/>
                </a:solidFill>
                <a:effectLst/>
              </a:rPr>
              <a:t> of </a:t>
            </a:r>
            <a:r>
              <a:rPr kumimoji="0" lang="tr-TR" altLang="tr-TR" sz="1200" b="0" i="1" u="none" strike="noStrike" cap="none" normalizeH="0" baseline="0" dirty="0" err="1">
                <a:ln>
                  <a:noFill/>
                </a:ln>
                <a:solidFill>
                  <a:schemeClr val="tx1"/>
                </a:solidFill>
                <a:effectLst/>
              </a:rPr>
              <a:t>the</a:t>
            </a:r>
            <a:r>
              <a:rPr kumimoji="0" lang="tr-TR" altLang="tr-TR" sz="1200" b="0" i="1" u="none" strike="noStrike" cap="none" normalizeH="0" baseline="0" dirty="0">
                <a:ln>
                  <a:noFill/>
                </a:ln>
                <a:solidFill>
                  <a:schemeClr val="tx1"/>
                </a:solidFill>
                <a:effectLst/>
              </a:rPr>
              <a:t> 2025 </a:t>
            </a:r>
            <a:r>
              <a:rPr kumimoji="0" lang="tr-TR" altLang="tr-TR" sz="1200" b="0" i="1" u="none" strike="noStrike" cap="none" normalizeH="0" baseline="0" dirty="0" err="1">
                <a:ln>
                  <a:noFill/>
                </a:ln>
                <a:solidFill>
                  <a:schemeClr val="tx1"/>
                </a:solidFill>
                <a:effectLst/>
              </a:rPr>
              <a:t>China</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Automation</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Congress</a:t>
            </a:r>
            <a:r>
              <a:rPr kumimoji="0" lang="tr-TR" altLang="tr-TR" sz="1200" b="0" i="1" u="none" strike="noStrike" cap="none" normalizeH="0" baseline="0" dirty="0">
                <a:ln>
                  <a:noFill/>
                </a:ln>
                <a:solidFill>
                  <a:schemeClr val="tx1"/>
                </a:solidFill>
                <a:effectLst/>
              </a:rPr>
              <a:t> (CAC)</a:t>
            </a:r>
            <a:r>
              <a:rPr kumimoji="0" lang="tr-TR" altLang="tr-TR" sz="1200" b="0" i="0" u="none" strike="noStrike" cap="none" normalizeH="0" baseline="0" dirty="0">
                <a:ln>
                  <a:noFill/>
                </a:ln>
                <a:solidFill>
                  <a:schemeClr val="tx1"/>
                </a:solidFill>
                <a:effectLst/>
              </a:rPr>
              <a:t>, 5844–5849. </a:t>
            </a:r>
            <a:r>
              <a:rPr kumimoji="0" lang="tr-TR" altLang="tr-TR" sz="1200" b="0" i="0" u="none" strike="noStrike" cap="none" normalizeH="0" baseline="0" dirty="0">
                <a:ln>
                  <a:noFill/>
                </a:ln>
                <a:solidFill>
                  <a:schemeClr val="tx1"/>
                </a:solidFill>
                <a:effectLst/>
                <a:hlinkClick r:id="rId5"/>
              </a:rPr>
              <a:t>https://doi.org/10.1109/CAC67268.2025.11487415</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err="1">
                <a:ln>
                  <a:noFill/>
                </a:ln>
                <a:solidFill>
                  <a:schemeClr val="tx1"/>
                </a:solidFill>
                <a:effectLst/>
              </a:rPr>
              <a:t>Jiang</a:t>
            </a:r>
            <a:r>
              <a:rPr kumimoji="0" lang="tr-TR" altLang="tr-TR" sz="1200" b="0" i="0" u="none" strike="noStrike" cap="none" normalizeH="0" baseline="0" dirty="0">
                <a:ln>
                  <a:noFill/>
                </a:ln>
                <a:solidFill>
                  <a:schemeClr val="tx1"/>
                </a:solidFill>
                <a:effectLst/>
              </a:rPr>
              <a:t>, R., </a:t>
            </a:r>
            <a:r>
              <a:rPr kumimoji="0" lang="tr-TR" altLang="tr-TR" sz="1200" b="0" i="0" u="none" strike="noStrike" cap="none" normalizeH="0" baseline="0" dirty="0" err="1">
                <a:ln>
                  <a:noFill/>
                </a:ln>
                <a:solidFill>
                  <a:schemeClr val="tx1"/>
                </a:solidFill>
                <a:effectLst/>
              </a:rPr>
              <a:t>Zhou</a:t>
            </a:r>
            <a:r>
              <a:rPr kumimoji="0" lang="tr-TR" altLang="tr-TR" sz="1200" b="0" i="0" u="none" strike="noStrike" cap="none" normalizeH="0" baseline="0" dirty="0">
                <a:ln>
                  <a:noFill/>
                </a:ln>
                <a:solidFill>
                  <a:schemeClr val="tx1"/>
                </a:solidFill>
                <a:effectLst/>
              </a:rPr>
              <a:t>, X., </a:t>
            </a:r>
            <a:r>
              <a:rPr kumimoji="0" lang="tr-TR" altLang="tr-TR" sz="1200" b="0" i="0" u="none" strike="noStrike" cap="none" normalizeH="0" baseline="0" dirty="0" err="1">
                <a:ln>
                  <a:noFill/>
                </a:ln>
                <a:solidFill>
                  <a:schemeClr val="tx1"/>
                </a:solidFill>
                <a:effectLst/>
              </a:rPr>
              <a:t>Zhao</a:t>
            </a:r>
            <a:r>
              <a:rPr kumimoji="0" lang="tr-TR" altLang="tr-TR" sz="1200" b="0" i="0" u="none" strike="noStrike" cap="none" normalizeH="0" baseline="0" dirty="0">
                <a:ln>
                  <a:noFill/>
                </a:ln>
                <a:solidFill>
                  <a:schemeClr val="tx1"/>
                </a:solidFill>
                <a:effectLst/>
              </a:rPr>
              <a:t>, B., &amp; </a:t>
            </a:r>
            <a:r>
              <a:rPr kumimoji="0" lang="tr-TR" altLang="tr-TR" sz="1200" b="0" i="0" u="none" strike="noStrike" cap="none" normalizeH="0" baseline="0" dirty="0" err="1">
                <a:ln>
                  <a:noFill/>
                </a:ln>
                <a:solidFill>
                  <a:schemeClr val="tx1"/>
                </a:solidFill>
                <a:effectLst/>
              </a:rPr>
              <a:t>Qu</a:t>
            </a:r>
            <a:r>
              <a:rPr kumimoji="0" lang="tr-TR" altLang="tr-TR" sz="1200" b="0" i="0" u="none" strike="noStrike" cap="none" normalizeH="0" baseline="0" dirty="0">
                <a:ln>
                  <a:noFill/>
                </a:ln>
                <a:solidFill>
                  <a:schemeClr val="tx1"/>
                </a:solidFill>
                <a:effectLst/>
              </a:rPr>
              <a:t>, Y. (2025). </a:t>
            </a:r>
            <a:r>
              <a:rPr kumimoji="0" lang="tr-TR" altLang="tr-TR" sz="1200" b="0" i="0" u="none" strike="noStrike" cap="none" normalizeH="0" baseline="0" dirty="0" err="1">
                <a:ln>
                  <a:noFill/>
                </a:ln>
                <a:solidFill>
                  <a:schemeClr val="tx1"/>
                </a:solidFill>
                <a:effectLst/>
              </a:rPr>
              <a:t>Obstacle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avoidance</a:t>
            </a:r>
            <a:r>
              <a:rPr kumimoji="0" lang="tr-TR" altLang="tr-TR" sz="1200" b="0" i="0" u="none" strike="noStrike" cap="none" normalizeH="0" baseline="0" dirty="0">
                <a:ln>
                  <a:noFill/>
                </a:ln>
                <a:solidFill>
                  <a:schemeClr val="tx1"/>
                </a:solidFill>
                <a:effectLst/>
              </a:rPr>
              <a:t> terminal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law</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design</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considering</a:t>
            </a:r>
            <a:r>
              <a:rPr kumimoji="0" lang="tr-TR" altLang="tr-TR" sz="1200" b="0" i="0" u="none" strike="noStrike" cap="none" normalizeH="0" baseline="0" dirty="0">
                <a:ln>
                  <a:noFill/>
                </a:ln>
                <a:solidFill>
                  <a:schemeClr val="tx1"/>
                </a:solidFill>
                <a:effectLst/>
              </a:rPr>
              <a:t> terminal </a:t>
            </a:r>
            <a:r>
              <a:rPr kumimoji="0" lang="tr-TR" altLang="tr-TR" sz="1200" b="0" i="0" u="none" strike="noStrike" cap="none" normalizeH="0" baseline="0" dirty="0" err="1">
                <a:ln>
                  <a:noFill/>
                </a:ln>
                <a:solidFill>
                  <a:schemeClr val="tx1"/>
                </a:solidFill>
                <a:effectLst/>
              </a:rPr>
              <a:t>angle</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Proceedings</a:t>
            </a:r>
            <a:r>
              <a:rPr kumimoji="0" lang="tr-TR" altLang="tr-TR" sz="1200" b="0" i="1" u="none" strike="noStrike" cap="none" normalizeH="0" baseline="0" dirty="0">
                <a:ln>
                  <a:noFill/>
                </a:ln>
                <a:solidFill>
                  <a:schemeClr val="tx1"/>
                </a:solidFill>
                <a:effectLst/>
              </a:rPr>
              <a:t> of </a:t>
            </a:r>
            <a:r>
              <a:rPr kumimoji="0" lang="tr-TR" altLang="tr-TR" sz="1200" b="0" i="1" u="none" strike="noStrike" cap="none" normalizeH="0" baseline="0" dirty="0" err="1">
                <a:ln>
                  <a:noFill/>
                </a:ln>
                <a:solidFill>
                  <a:schemeClr val="tx1"/>
                </a:solidFill>
                <a:effectLst/>
              </a:rPr>
              <a:t>the</a:t>
            </a:r>
            <a:r>
              <a:rPr kumimoji="0" lang="tr-TR" altLang="tr-TR" sz="1200" b="0" i="1" u="none" strike="noStrike" cap="none" normalizeH="0" baseline="0" dirty="0">
                <a:ln>
                  <a:noFill/>
                </a:ln>
                <a:solidFill>
                  <a:schemeClr val="tx1"/>
                </a:solidFill>
                <a:effectLst/>
              </a:rPr>
              <a:t> 44th </a:t>
            </a:r>
            <a:r>
              <a:rPr kumimoji="0" lang="tr-TR" altLang="tr-TR" sz="1200" b="0" i="1" u="none" strike="noStrike" cap="none" normalizeH="0" baseline="0" dirty="0" err="1">
                <a:ln>
                  <a:noFill/>
                </a:ln>
                <a:solidFill>
                  <a:schemeClr val="tx1"/>
                </a:solidFill>
                <a:effectLst/>
              </a:rPr>
              <a:t>Chinese</a:t>
            </a:r>
            <a:r>
              <a:rPr kumimoji="0" lang="tr-TR" altLang="tr-TR" sz="1200" b="0" i="1" u="none" strike="noStrike" cap="none" normalizeH="0" baseline="0" dirty="0">
                <a:ln>
                  <a:noFill/>
                </a:ln>
                <a:solidFill>
                  <a:schemeClr val="tx1"/>
                </a:solidFill>
                <a:effectLst/>
              </a:rPr>
              <a:t> Control Conference</a:t>
            </a:r>
            <a:r>
              <a:rPr kumimoji="0" lang="tr-TR" altLang="tr-TR" sz="1200" b="0" i="0" u="none" strike="noStrike" cap="none" normalizeH="0" baseline="0" dirty="0">
                <a:ln>
                  <a:noFill/>
                </a:ln>
                <a:solidFill>
                  <a:schemeClr val="tx1"/>
                </a:solidFill>
                <a:effectLst/>
              </a:rPr>
              <a:t>.</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a:ln>
                  <a:noFill/>
                </a:ln>
                <a:solidFill>
                  <a:schemeClr val="tx1"/>
                </a:solidFill>
                <a:effectLst/>
              </a:rPr>
              <a:t>Lan, G., </a:t>
            </a:r>
            <a:r>
              <a:rPr kumimoji="0" lang="tr-TR" altLang="tr-TR" sz="1200" b="0" i="0" u="none" strike="noStrike" cap="none" normalizeH="0" baseline="0" dirty="0" err="1">
                <a:ln>
                  <a:noFill/>
                </a:ln>
                <a:solidFill>
                  <a:schemeClr val="tx1"/>
                </a:solidFill>
                <a:effectLst/>
              </a:rPr>
              <a:t>Guo</a:t>
            </a:r>
            <a:r>
              <a:rPr kumimoji="0" lang="tr-TR" altLang="tr-TR" sz="1200" b="0" i="0" u="none" strike="noStrike" cap="none" normalizeH="0" baseline="0" dirty="0">
                <a:ln>
                  <a:noFill/>
                </a:ln>
                <a:solidFill>
                  <a:schemeClr val="tx1"/>
                </a:solidFill>
                <a:effectLst/>
              </a:rPr>
              <a:t>, Z., &amp; Ban, X. (2025). A </a:t>
            </a:r>
            <a:r>
              <a:rPr kumimoji="0" lang="tr-TR" altLang="tr-TR" sz="1200" b="0" i="0" u="none" strike="noStrike" cap="none" normalizeH="0" baseline="0" dirty="0" err="1">
                <a:ln>
                  <a:noFill/>
                </a:ln>
                <a:solidFill>
                  <a:schemeClr val="tx1"/>
                </a:solidFill>
                <a:effectLst/>
              </a:rPr>
              <a:t>cooperative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method</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based</a:t>
            </a:r>
            <a:r>
              <a:rPr kumimoji="0" lang="tr-TR" altLang="tr-TR" sz="1200" b="0" i="0" u="none" strike="noStrike" cap="none" normalizeH="0" baseline="0" dirty="0">
                <a:ln>
                  <a:noFill/>
                </a:ln>
                <a:solidFill>
                  <a:schemeClr val="tx1"/>
                </a:solidFill>
                <a:effectLst/>
              </a:rPr>
              <a:t> on TRPO </a:t>
            </a:r>
            <a:r>
              <a:rPr kumimoji="0" lang="tr-TR" altLang="tr-TR" sz="1200" b="0" i="0" u="none" strike="noStrike" cap="none" normalizeH="0" baseline="0" dirty="0" err="1">
                <a:ln>
                  <a:noFill/>
                </a:ln>
                <a:solidFill>
                  <a:schemeClr val="tx1"/>
                </a:solidFill>
                <a:effectLst/>
              </a:rPr>
              <a:t>learning</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under</a:t>
            </a:r>
            <a:r>
              <a:rPr kumimoji="0" lang="tr-TR" altLang="tr-TR" sz="1200" b="0" i="0" u="none" strike="noStrike" cap="none" normalizeH="0" baseline="0" dirty="0">
                <a:ln>
                  <a:noFill/>
                </a:ln>
                <a:solidFill>
                  <a:schemeClr val="tx1"/>
                </a:solidFill>
                <a:effectLst/>
              </a:rPr>
              <a:t> terminal </a:t>
            </a:r>
            <a:r>
              <a:rPr kumimoji="0" lang="tr-TR" altLang="tr-TR" sz="1200" b="0" i="0" u="none" strike="noStrike" cap="none" normalizeH="0" baseline="0" dirty="0" err="1">
                <a:ln>
                  <a:noFill/>
                </a:ln>
                <a:solidFill>
                  <a:schemeClr val="tx1"/>
                </a:solidFill>
                <a:effectLst/>
              </a:rPr>
              <a:t>impact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angle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constraints</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Proceedings</a:t>
            </a:r>
            <a:r>
              <a:rPr kumimoji="0" lang="tr-TR" altLang="tr-TR" sz="1200" b="0" i="1" u="none" strike="noStrike" cap="none" normalizeH="0" baseline="0" dirty="0">
                <a:ln>
                  <a:noFill/>
                </a:ln>
                <a:solidFill>
                  <a:schemeClr val="tx1"/>
                </a:solidFill>
                <a:effectLst/>
              </a:rPr>
              <a:t> of </a:t>
            </a:r>
            <a:r>
              <a:rPr kumimoji="0" lang="tr-TR" altLang="tr-TR" sz="1200" b="0" i="1" u="none" strike="noStrike" cap="none" normalizeH="0" baseline="0" dirty="0" err="1">
                <a:ln>
                  <a:noFill/>
                </a:ln>
                <a:solidFill>
                  <a:schemeClr val="tx1"/>
                </a:solidFill>
                <a:effectLst/>
              </a:rPr>
              <a:t>the</a:t>
            </a:r>
            <a:r>
              <a:rPr kumimoji="0" lang="tr-TR" altLang="tr-TR" sz="1200" b="0" i="1" u="none" strike="noStrike" cap="none" normalizeH="0" baseline="0" dirty="0">
                <a:ln>
                  <a:noFill/>
                </a:ln>
                <a:solidFill>
                  <a:schemeClr val="tx1"/>
                </a:solidFill>
                <a:effectLst/>
              </a:rPr>
              <a:t> 2025 4th Conference on </a:t>
            </a:r>
            <a:r>
              <a:rPr kumimoji="0" lang="tr-TR" altLang="tr-TR" sz="1200" b="0" i="1" u="none" strike="noStrike" cap="none" normalizeH="0" baseline="0" dirty="0" err="1">
                <a:ln>
                  <a:noFill/>
                </a:ln>
                <a:solidFill>
                  <a:schemeClr val="tx1"/>
                </a:solidFill>
                <a:effectLst/>
              </a:rPr>
              <a:t>Fully</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Actuated</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System</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Theory</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and</a:t>
            </a:r>
            <a:r>
              <a:rPr kumimoji="0" lang="tr-TR" altLang="tr-TR" sz="1200" b="0" i="1" u="none" strike="noStrike" cap="none" normalizeH="0" baseline="0" dirty="0">
                <a:ln>
                  <a:noFill/>
                </a:ln>
                <a:solidFill>
                  <a:schemeClr val="tx1"/>
                </a:solidFill>
                <a:effectLst/>
              </a:rPr>
              <a:t> Applications (FASTA)</a:t>
            </a:r>
            <a:r>
              <a:rPr kumimoji="0" lang="tr-TR" altLang="tr-TR" sz="1200" b="0" i="0" u="none" strike="noStrike" cap="none" normalizeH="0" baseline="0" dirty="0">
                <a:ln>
                  <a:noFill/>
                </a:ln>
                <a:solidFill>
                  <a:schemeClr val="tx1"/>
                </a:solidFill>
                <a:effectLst/>
              </a:rPr>
              <a:t>, 2868–2873. </a:t>
            </a:r>
            <a:r>
              <a:rPr kumimoji="0" lang="tr-TR" altLang="tr-TR" sz="1200" b="0" i="0" u="none" strike="noStrike" cap="none" normalizeH="0" baseline="0" dirty="0">
                <a:ln>
                  <a:noFill/>
                </a:ln>
                <a:solidFill>
                  <a:schemeClr val="tx1"/>
                </a:solidFill>
                <a:effectLst/>
                <a:hlinkClick r:id="rId6"/>
              </a:rPr>
              <a:t>https://doi.org/10.1109/FASTA65681.2025.11138944</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a:ln>
                  <a:noFill/>
                </a:ln>
                <a:solidFill>
                  <a:schemeClr val="tx1"/>
                </a:solidFill>
                <a:effectLst/>
              </a:rPr>
              <a:t>Lee, S., Lee, Y., Kim, Y., Han, Y., </a:t>
            </a:r>
            <a:r>
              <a:rPr kumimoji="0" lang="tr-TR" altLang="tr-TR" sz="1200" b="0" i="0" u="none" strike="noStrike" cap="none" normalizeH="0" baseline="0" dirty="0" err="1">
                <a:ln>
                  <a:noFill/>
                </a:ln>
                <a:solidFill>
                  <a:schemeClr val="tx1"/>
                </a:solidFill>
                <a:effectLst/>
              </a:rPr>
              <a:t>Kwon</a:t>
            </a:r>
            <a:r>
              <a:rPr kumimoji="0" lang="tr-TR" altLang="tr-TR" sz="1200" b="0" i="0" u="none" strike="noStrike" cap="none" normalizeH="0" baseline="0" dirty="0">
                <a:ln>
                  <a:noFill/>
                </a:ln>
                <a:solidFill>
                  <a:schemeClr val="tx1"/>
                </a:solidFill>
                <a:effectLst/>
              </a:rPr>
              <a:t>, H., &amp; Hong, D. (2023). </a:t>
            </a:r>
            <a:r>
              <a:rPr kumimoji="0" lang="tr-TR" altLang="tr-TR" sz="1200" b="0" i="0" u="none" strike="noStrike" cap="none" normalizeH="0" baseline="0" dirty="0" err="1">
                <a:ln>
                  <a:noFill/>
                </a:ln>
                <a:solidFill>
                  <a:schemeClr val="tx1"/>
                </a:solidFill>
                <a:effectLst/>
              </a:rPr>
              <a:t>Impact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angle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control</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considering</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seeker’s</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field</a:t>
            </a:r>
            <a:r>
              <a:rPr kumimoji="0" lang="tr-TR" altLang="tr-TR" sz="1200" b="0" i="0" u="none" strike="noStrike" cap="none" normalizeH="0" baseline="0" dirty="0">
                <a:ln>
                  <a:noFill/>
                </a:ln>
                <a:solidFill>
                  <a:schemeClr val="tx1"/>
                </a:solidFill>
                <a:effectLst/>
              </a:rPr>
              <a:t>-of-</a:t>
            </a:r>
            <a:r>
              <a:rPr kumimoji="0" lang="tr-TR" altLang="tr-TR" sz="1200" b="0" i="0" u="none" strike="noStrike" cap="none" normalizeH="0" baseline="0" dirty="0" err="1">
                <a:ln>
                  <a:noFill/>
                </a:ln>
                <a:solidFill>
                  <a:schemeClr val="tx1"/>
                </a:solidFill>
                <a:effectLst/>
              </a:rPr>
              <a:t>view</a:t>
            </a:r>
            <a:r>
              <a:rPr kumimoji="0" lang="tr-TR" altLang="tr-TR" sz="1200" b="0" i="0" u="none" strike="noStrike" cap="none" normalizeH="0" baseline="0" dirty="0">
                <a:ln>
                  <a:noFill/>
                </a:ln>
                <a:solidFill>
                  <a:schemeClr val="tx1"/>
                </a:solidFill>
                <a:effectLst/>
              </a:rPr>
              <a:t> limit </a:t>
            </a:r>
            <a:r>
              <a:rPr kumimoji="0" lang="tr-TR" altLang="tr-TR" sz="1200" b="0" i="0" u="none" strike="noStrike" cap="none" normalizeH="0" baseline="0" dirty="0" err="1">
                <a:ln>
                  <a:noFill/>
                </a:ln>
                <a:solidFill>
                  <a:schemeClr val="tx1"/>
                </a:solidFill>
                <a:effectLst/>
              </a:rPr>
              <a:t>based</a:t>
            </a:r>
            <a:r>
              <a:rPr kumimoji="0" lang="tr-TR" altLang="tr-TR" sz="1200" b="0" i="0" u="none" strike="noStrike" cap="none" normalizeH="0" baseline="0" dirty="0">
                <a:ln>
                  <a:noFill/>
                </a:ln>
                <a:solidFill>
                  <a:schemeClr val="tx1"/>
                </a:solidFill>
                <a:effectLst/>
              </a:rPr>
              <a:t> on </a:t>
            </a:r>
            <a:r>
              <a:rPr kumimoji="0" lang="tr-TR" altLang="tr-TR" sz="1200" b="0" i="0" u="none" strike="noStrike" cap="none" normalizeH="0" baseline="0" dirty="0" err="1">
                <a:ln>
                  <a:noFill/>
                </a:ln>
                <a:solidFill>
                  <a:schemeClr val="tx1"/>
                </a:solidFill>
                <a:effectLst/>
              </a:rPr>
              <a:t>reinforcement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learning</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Journal</a:t>
            </a:r>
            <a:r>
              <a:rPr kumimoji="0" lang="tr-TR" altLang="tr-TR" sz="1200" b="0" i="1" u="none" strike="noStrike" cap="none" normalizeH="0" baseline="0" dirty="0">
                <a:ln>
                  <a:noFill/>
                </a:ln>
                <a:solidFill>
                  <a:schemeClr val="tx1"/>
                </a:solidFill>
                <a:effectLst/>
              </a:rPr>
              <a:t> of </a:t>
            </a:r>
            <a:r>
              <a:rPr kumimoji="0" lang="tr-TR" altLang="tr-TR" sz="1200" b="0" i="1" u="none" strike="noStrike" cap="none" normalizeH="0" baseline="0" dirty="0" err="1">
                <a:ln>
                  <a:noFill/>
                </a:ln>
                <a:solidFill>
                  <a:schemeClr val="tx1"/>
                </a:solidFill>
                <a:effectLst/>
              </a:rPr>
              <a:t>Guidance</a:t>
            </a:r>
            <a:r>
              <a:rPr kumimoji="0" lang="tr-TR" altLang="tr-TR" sz="1200" b="0" i="1" u="none" strike="noStrike" cap="none" normalizeH="0" baseline="0" dirty="0">
                <a:ln>
                  <a:noFill/>
                </a:ln>
                <a:solidFill>
                  <a:schemeClr val="tx1"/>
                </a:solidFill>
                <a:effectLst/>
              </a:rPr>
              <a:t>, Control, </a:t>
            </a:r>
            <a:r>
              <a:rPr kumimoji="0" lang="tr-TR" altLang="tr-TR" sz="1200" b="0" i="1" u="none" strike="noStrike" cap="none" normalizeH="0" baseline="0" dirty="0" err="1">
                <a:ln>
                  <a:noFill/>
                </a:ln>
                <a:solidFill>
                  <a:schemeClr val="tx1"/>
                </a:solidFill>
                <a:effectLst/>
              </a:rPr>
              <a:t>and</a:t>
            </a:r>
            <a:r>
              <a:rPr kumimoji="0" lang="tr-TR" altLang="tr-TR" sz="1200" b="0" i="1" u="none" strike="noStrike" cap="none" normalizeH="0" baseline="0" dirty="0">
                <a:ln>
                  <a:noFill/>
                </a:ln>
                <a:solidFill>
                  <a:schemeClr val="tx1"/>
                </a:solidFill>
                <a:effectLst/>
              </a:rPr>
              <a:t> Dynamics</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46</a:t>
            </a:r>
            <a:r>
              <a:rPr kumimoji="0" lang="tr-TR" altLang="tr-TR" sz="1200" b="0" i="0" u="none" strike="noStrike" cap="none" normalizeH="0" baseline="0" dirty="0">
                <a:ln>
                  <a:noFill/>
                </a:ln>
                <a:solidFill>
                  <a:schemeClr val="tx1"/>
                </a:solidFill>
                <a:effectLst/>
              </a:rPr>
              <a:t>(11), 2168–2182. </a:t>
            </a:r>
            <a:r>
              <a:rPr kumimoji="0" lang="tr-TR" altLang="tr-TR" sz="1200" b="0" i="0" u="none" strike="noStrike" cap="none" normalizeH="0" baseline="0" dirty="0">
                <a:ln>
                  <a:noFill/>
                </a:ln>
                <a:solidFill>
                  <a:schemeClr val="tx1"/>
                </a:solidFill>
                <a:effectLst/>
                <a:hlinkClick r:id="rId7"/>
              </a:rPr>
              <a:t>https://doi.org/10.2514/1.G007715</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err="1">
                <a:ln>
                  <a:noFill/>
                </a:ln>
                <a:solidFill>
                  <a:schemeClr val="tx1"/>
                </a:solidFill>
                <a:effectLst/>
              </a:rPr>
              <a:t>Li</a:t>
            </a:r>
            <a:r>
              <a:rPr kumimoji="0" lang="tr-TR" altLang="tr-TR" sz="1200" b="0" i="0" u="none" strike="noStrike" cap="none" normalizeH="0" baseline="0" dirty="0">
                <a:ln>
                  <a:noFill/>
                </a:ln>
                <a:solidFill>
                  <a:schemeClr val="tx1"/>
                </a:solidFill>
                <a:effectLst/>
              </a:rPr>
              <a:t>, W., </a:t>
            </a:r>
            <a:r>
              <a:rPr kumimoji="0" lang="tr-TR" altLang="tr-TR" sz="1200" b="0" i="0" u="none" strike="noStrike" cap="none" normalizeH="0" baseline="0" dirty="0" err="1">
                <a:ln>
                  <a:noFill/>
                </a:ln>
                <a:solidFill>
                  <a:schemeClr val="tx1"/>
                </a:solidFill>
                <a:effectLst/>
              </a:rPr>
              <a:t>Zhu</a:t>
            </a:r>
            <a:r>
              <a:rPr kumimoji="0" lang="tr-TR" altLang="tr-TR" sz="1200" b="0" i="0" u="none" strike="noStrike" cap="none" normalizeH="0" baseline="0" dirty="0">
                <a:ln>
                  <a:noFill/>
                </a:ln>
                <a:solidFill>
                  <a:schemeClr val="tx1"/>
                </a:solidFill>
                <a:effectLst/>
              </a:rPr>
              <a:t>, Y., &amp; </a:t>
            </a:r>
            <a:r>
              <a:rPr kumimoji="0" lang="tr-TR" altLang="tr-TR" sz="1200" b="0" i="0" u="none" strike="noStrike" cap="none" normalizeH="0" baseline="0" dirty="0" err="1">
                <a:ln>
                  <a:noFill/>
                </a:ln>
                <a:solidFill>
                  <a:schemeClr val="tx1"/>
                </a:solidFill>
                <a:effectLst/>
              </a:rPr>
              <a:t>Zhao</a:t>
            </a:r>
            <a:r>
              <a:rPr kumimoji="0" lang="tr-TR" altLang="tr-TR" sz="1200" b="0" i="0" u="none" strike="noStrike" cap="none" normalizeH="0" baseline="0" dirty="0">
                <a:ln>
                  <a:noFill/>
                </a:ln>
                <a:solidFill>
                  <a:schemeClr val="tx1"/>
                </a:solidFill>
                <a:effectLst/>
              </a:rPr>
              <a:t>, D. (2022). </a:t>
            </a:r>
            <a:r>
              <a:rPr kumimoji="0" lang="tr-TR" altLang="tr-TR" sz="1200" b="0" i="0" u="none" strike="noStrike" cap="none" normalizeH="0" baseline="0" dirty="0" err="1">
                <a:ln>
                  <a:noFill/>
                </a:ln>
                <a:solidFill>
                  <a:schemeClr val="tx1"/>
                </a:solidFill>
                <a:effectLst/>
              </a:rPr>
              <a:t>Missile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with</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assisted</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deep</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reinforcement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learning</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for</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head</a:t>
            </a:r>
            <a:r>
              <a:rPr kumimoji="0" lang="tr-TR" altLang="tr-TR" sz="1200" b="0" i="0" u="none" strike="noStrike" cap="none" normalizeH="0" baseline="0" dirty="0">
                <a:ln>
                  <a:noFill/>
                </a:ln>
                <a:solidFill>
                  <a:schemeClr val="tx1"/>
                </a:solidFill>
                <a:effectLst/>
              </a:rPr>
              <a:t>-on </a:t>
            </a:r>
            <a:r>
              <a:rPr kumimoji="0" lang="tr-TR" altLang="tr-TR" sz="1200" b="0" i="0" u="none" strike="noStrike" cap="none" normalizeH="0" baseline="0" dirty="0" err="1">
                <a:ln>
                  <a:noFill/>
                </a:ln>
                <a:solidFill>
                  <a:schemeClr val="tx1"/>
                </a:solidFill>
                <a:effectLst/>
              </a:rPr>
              <a:t>interception</a:t>
            </a:r>
            <a:r>
              <a:rPr kumimoji="0" lang="tr-TR" altLang="tr-TR" sz="1200" b="0" i="0" u="none" strike="noStrike" cap="none" normalizeH="0" baseline="0" dirty="0">
                <a:ln>
                  <a:noFill/>
                </a:ln>
                <a:solidFill>
                  <a:schemeClr val="tx1"/>
                </a:solidFill>
                <a:effectLst/>
              </a:rPr>
              <a:t> of </a:t>
            </a:r>
            <a:r>
              <a:rPr kumimoji="0" lang="tr-TR" altLang="tr-TR" sz="1200" b="0" i="0" u="none" strike="noStrike" cap="none" normalizeH="0" baseline="0" dirty="0" err="1">
                <a:ln>
                  <a:noFill/>
                </a:ln>
                <a:solidFill>
                  <a:schemeClr val="tx1"/>
                </a:solidFill>
                <a:effectLst/>
              </a:rPr>
              <a:t>maneuvering</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target</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Complex</a:t>
            </a:r>
            <a:r>
              <a:rPr kumimoji="0" lang="tr-TR" altLang="tr-TR" sz="1200" b="0" i="1" u="none" strike="noStrike" cap="none" normalizeH="0" baseline="0" dirty="0">
                <a:ln>
                  <a:noFill/>
                </a:ln>
                <a:solidFill>
                  <a:schemeClr val="tx1"/>
                </a:solidFill>
                <a:effectLst/>
              </a:rPr>
              <a:t> &amp; </a:t>
            </a:r>
            <a:r>
              <a:rPr kumimoji="0" lang="tr-TR" altLang="tr-TR" sz="1200" b="0" i="1" u="none" strike="noStrike" cap="none" normalizeH="0" baseline="0" dirty="0" err="1">
                <a:ln>
                  <a:noFill/>
                </a:ln>
                <a:solidFill>
                  <a:schemeClr val="tx1"/>
                </a:solidFill>
                <a:effectLst/>
              </a:rPr>
              <a:t>Intelligent</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Systems</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8</a:t>
            </a:r>
            <a:r>
              <a:rPr kumimoji="0" lang="tr-TR" altLang="tr-TR" sz="1200" b="0" i="0" u="none" strike="noStrike" cap="none" normalizeH="0" baseline="0" dirty="0">
                <a:ln>
                  <a:noFill/>
                </a:ln>
                <a:solidFill>
                  <a:schemeClr val="tx1"/>
                </a:solidFill>
                <a:effectLst/>
              </a:rPr>
              <a:t>, 1205–1216. </a:t>
            </a:r>
            <a:r>
              <a:rPr kumimoji="0" lang="tr-TR" altLang="tr-TR" sz="1200" b="0" i="0" u="none" strike="noStrike" cap="none" normalizeH="0" baseline="0" dirty="0">
                <a:ln>
                  <a:noFill/>
                </a:ln>
                <a:solidFill>
                  <a:schemeClr val="tx1"/>
                </a:solidFill>
                <a:effectLst/>
                <a:hlinkClick r:id="rId8"/>
              </a:rPr>
              <a:t>https://doi.org/10.1007/s40747-021-00577-6</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err="1">
                <a:ln>
                  <a:noFill/>
                </a:ln>
                <a:solidFill>
                  <a:schemeClr val="tx1"/>
                </a:solidFill>
                <a:effectLst/>
              </a:rPr>
              <a:t>Liang</a:t>
            </a:r>
            <a:r>
              <a:rPr kumimoji="0" lang="tr-TR" altLang="tr-TR" sz="1200" b="0" i="0" u="none" strike="noStrike" cap="none" normalizeH="0" baseline="0" dirty="0">
                <a:ln>
                  <a:noFill/>
                </a:ln>
                <a:solidFill>
                  <a:schemeClr val="tx1"/>
                </a:solidFill>
                <a:effectLst/>
              </a:rPr>
              <a:t>, C., </a:t>
            </a:r>
            <a:r>
              <a:rPr kumimoji="0" lang="tr-TR" altLang="tr-TR" sz="1200" b="0" i="0" u="none" strike="noStrike" cap="none" normalizeH="0" baseline="0" dirty="0" err="1">
                <a:ln>
                  <a:noFill/>
                </a:ln>
                <a:solidFill>
                  <a:schemeClr val="tx1"/>
                </a:solidFill>
                <a:effectLst/>
              </a:rPr>
              <a:t>Wang</a:t>
            </a:r>
            <a:r>
              <a:rPr kumimoji="0" lang="tr-TR" altLang="tr-TR" sz="1200" b="0" i="0" u="none" strike="noStrike" cap="none" normalizeH="0" baseline="0" dirty="0">
                <a:ln>
                  <a:noFill/>
                </a:ln>
                <a:solidFill>
                  <a:schemeClr val="tx1"/>
                </a:solidFill>
                <a:effectLst/>
              </a:rPr>
              <a:t>, W., </a:t>
            </a:r>
            <a:r>
              <a:rPr kumimoji="0" lang="tr-TR" altLang="tr-TR" sz="1200" b="0" i="0" u="none" strike="noStrike" cap="none" normalizeH="0" baseline="0" dirty="0" err="1">
                <a:ln>
                  <a:noFill/>
                </a:ln>
                <a:solidFill>
                  <a:schemeClr val="tx1"/>
                </a:solidFill>
                <a:effectLst/>
              </a:rPr>
              <a:t>Liu</a:t>
            </a:r>
            <a:r>
              <a:rPr kumimoji="0" lang="tr-TR" altLang="tr-TR" sz="1200" b="0" i="0" u="none" strike="noStrike" cap="none" normalizeH="0" baseline="0" dirty="0">
                <a:ln>
                  <a:noFill/>
                </a:ln>
                <a:solidFill>
                  <a:schemeClr val="tx1"/>
                </a:solidFill>
                <a:effectLst/>
              </a:rPr>
              <a:t>, Z., </a:t>
            </a:r>
            <a:r>
              <a:rPr kumimoji="0" lang="tr-TR" altLang="tr-TR" sz="1200" b="0" i="0" u="none" strike="noStrike" cap="none" normalizeH="0" baseline="0" dirty="0" err="1">
                <a:ln>
                  <a:noFill/>
                </a:ln>
                <a:solidFill>
                  <a:schemeClr val="tx1"/>
                </a:solidFill>
                <a:effectLst/>
              </a:rPr>
              <a:t>Lai</a:t>
            </a:r>
            <a:r>
              <a:rPr kumimoji="0" lang="tr-TR" altLang="tr-TR" sz="1200" b="0" i="0" u="none" strike="noStrike" cap="none" normalizeH="0" baseline="0" dirty="0">
                <a:ln>
                  <a:noFill/>
                </a:ln>
                <a:solidFill>
                  <a:schemeClr val="tx1"/>
                </a:solidFill>
                <a:effectLst/>
              </a:rPr>
              <a:t>, C., &amp; </a:t>
            </a:r>
            <a:r>
              <a:rPr kumimoji="0" lang="tr-TR" altLang="tr-TR" sz="1200" b="0" i="0" u="none" strike="noStrike" cap="none" normalizeH="0" baseline="0" dirty="0" err="1">
                <a:ln>
                  <a:noFill/>
                </a:ln>
                <a:solidFill>
                  <a:schemeClr val="tx1"/>
                </a:solidFill>
                <a:effectLst/>
              </a:rPr>
              <a:t>Wang</a:t>
            </a:r>
            <a:r>
              <a:rPr kumimoji="0" lang="tr-TR" altLang="tr-TR" sz="1200" b="0" i="0" u="none" strike="noStrike" cap="none" normalizeH="0" baseline="0" dirty="0">
                <a:ln>
                  <a:noFill/>
                </a:ln>
                <a:solidFill>
                  <a:schemeClr val="tx1"/>
                </a:solidFill>
                <a:effectLst/>
              </a:rPr>
              <a:t>, S. (2020). </a:t>
            </a:r>
            <a:r>
              <a:rPr kumimoji="0" lang="tr-TR" altLang="tr-TR" sz="1200" b="0" i="0" u="none" strike="noStrike" cap="none" normalizeH="0" baseline="0" dirty="0" err="1">
                <a:ln>
                  <a:noFill/>
                </a:ln>
                <a:solidFill>
                  <a:schemeClr val="tx1"/>
                </a:solidFill>
                <a:effectLst/>
              </a:rPr>
              <a:t>Range-aware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impact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angle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law</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with</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deep</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reinforcement</a:t>
            </a:r>
            <a:r>
              <a:rPr kumimoji="0" lang="tr-TR" altLang="tr-TR" sz="1200" b="0" i="0" u="none" strike="noStrike" cap="none" normalizeH="0" baseline="0" dirty="0">
                <a:ln>
                  <a:noFill/>
                </a:ln>
                <a:solidFill>
                  <a:schemeClr val="tx1"/>
                </a:solidFill>
                <a:effectLst/>
              </a:rPr>
              <a:t> meta-</a:t>
            </a:r>
            <a:r>
              <a:rPr kumimoji="0" lang="tr-TR" altLang="tr-TR" sz="1200" b="0" i="0" u="none" strike="noStrike" cap="none" normalizeH="0" baseline="0" dirty="0" err="1">
                <a:ln>
                  <a:noFill/>
                </a:ln>
                <a:solidFill>
                  <a:schemeClr val="tx1"/>
                </a:solidFill>
                <a:effectLst/>
              </a:rPr>
              <a:t>learning</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IEEE Access</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8</a:t>
            </a:r>
            <a:r>
              <a:rPr kumimoji="0" lang="tr-TR" altLang="tr-TR" sz="1200" b="0" i="0" u="none" strike="noStrike" cap="none" normalizeH="0" baseline="0" dirty="0">
                <a:ln>
                  <a:noFill/>
                </a:ln>
                <a:solidFill>
                  <a:schemeClr val="tx1"/>
                </a:solidFill>
                <a:effectLst/>
              </a:rPr>
              <a:t>, 152093–152104. </a:t>
            </a:r>
            <a:r>
              <a:rPr kumimoji="0" lang="tr-TR" altLang="tr-TR" sz="1200" b="0" i="0" u="none" strike="noStrike" cap="none" normalizeH="0" baseline="0" dirty="0">
                <a:ln>
                  <a:noFill/>
                </a:ln>
                <a:solidFill>
                  <a:schemeClr val="tx1"/>
                </a:solidFill>
                <a:effectLst/>
                <a:hlinkClick r:id="rId9"/>
              </a:rPr>
              <a:t>https://doi.org/10.1109/ACCESS.2020.3017480</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err="1">
                <a:ln>
                  <a:noFill/>
                </a:ln>
                <a:solidFill>
                  <a:schemeClr val="tx1"/>
                </a:solidFill>
                <a:effectLst/>
              </a:rPr>
              <a:t>Palumbo</a:t>
            </a:r>
            <a:r>
              <a:rPr kumimoji="0" lang="tr-TR" altLang="tr-TR" sz="1200" b="0" i="0" u="none" strike="noStrike" cap="none" normalizeH="0" baseline="0" dirty="0">
                <a:ln>
                  <a:noFill/>
                </a:ln>
                <a:solidFill>
                  <a:schemeClr val="tx1"/>
                </a:solidFill>
                <a:effectLst/>
              </a:rPr>
              <a:t>, N. F. (2010). </a:t>
            </a:r>
            <a:r>
              <a:rPr kumimoji="0" lang="tr-TR" altLang="tr-TR" sz="1200" b="0" i="0" u="none" strike="noStrike" cap="none" normalizeH="0" baseline="0" dirty="0" err="1">
                <a:ln>
                  <a:noFill/>
                </a:ln>
                <a:solidFill>
                  <a:schemeClr val="tx1"/>
                </a:solidFill>
                <a:effectLst/>
              </a:rPr>
              <a:t>Guest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editor's</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introduction</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Homing</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missile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and</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control</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Johns Hopkins APL Technical Digest</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29</a:t>
            </a:r>
            <a:r>
              <a:rPr kumimoji="0" lang="tr-TR" altLang="tr-TR" sz="1200" b="0" i="0" u="none" strike="noStrike" cap="none" normalizeH="0" baseline="0" dirty="0">
                <a:ln>
                  <a:noFill/>
                </a:ln>
                <a:solidFill>
                  <a:schemeClr val="tx1"/>
                </a:solidFill>
                <a:effectLst/>
              </a:rPr>
              <a:t>(1), 2–8.</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a:ln>
                  <a:noFill/>
                </a:ln>
                <a:solidFill>
                  <a:schemeClr val="tx1"/>
                </a:solidFill>
                <a:effectLst/>
              </a:rPr>
              <a:t>Park, B.-G., Kim, T.-H., &amp; </a:t>
            </a:r>
            <a:r>
              <a:rPr kumimoji="0" lang="tr-TR" altLang="tr-TR" sz="1200" b="0" i="0" u="none" strike="noStrike" cap="none" normalizeH="0" baseline="0" dirty="0" err="1">
                <a:ln>
                  <a:noFill/>
                </a:ln>
                <a:solidFill>
                  <a:schemeClr val="tx1"/>
                </a:solidFill>
                <a:effectLst/>
              </a:rPr>
              <a:t>Tahk</a:t>
            </a:r>
            <a:r>
              <a:rPr kumimoji="0" lang="tr-TR" altLang="tr-TR" sz="1200" b="0" i="0" u="none" strike="noStrike" cap="none" normalizeH="0" baseline="0" dirty="0">
                <a:ln>
                  <a:noFill/>
                </a:ln>
                <a:solidFill>
                  <a:schemeClr val="tx1"/>
                </a:solidFill>
                <a:effectLst/>
              </a:rPr>
              <a:t>, M.-J. (2016). </a:t>
            </a:r>
            <a:r>
              <a:rPr kumimoji="0" lang="tr-TR" altLang="tr-TR" sz="1200" b="0" i="0" u="none" strike="noStrike" cap="none" normalizeH="0" baseline="0" dirty="0" err="1">
                <a:ln>
                  <a:noFill/>
                </a:ln>
                <a:solidFill>
                  <a:schemeClr val="tx1"/>
                </a:solidFill>
                <a:effectLst/>
              </a:rPr>
              <a:t>Range-to-go</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weighted</a:t>
            </a:r>
            <a:r>
              <a:rPr kumimoji="0" lang="tr-TR" altLang="tr-TR" sz="1200" b="0" i="0" u="none" strike="noStrike" cap="none" normalizeH="0" baseline="0" dirty="0">
                <a:ln>
                  <a:noFill/>
                </a:ln>
                <a:solidFill>
                  <a:schemeClr val="tx1"/>
                </a:solidFill>
                <a:effectLst/>
              </a:rPr>
              <a:t> optimal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with</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impact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angle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constraint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and</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seeker's</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look</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angle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limits</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IEEE </a:t>
            </a:r>
            <a:r>
              <a:rPr kumimoji="0" lang="tr-TR" altLang="tr-TR" sz="1200" b="0" i="1" u="none" strike="noStrike" cap="none" normalizeH="0" baseline="0" dirty="0" err="1">
                <a:ln>
                  <a:noFill/>
                </a:ln>
                <a:solidFill>
                  <a:schemeClr val="tx1"/>
                </a:solidFill>
                <a:effectLst/>
              </a:rPr>
              <a:t>Transactions</a:t>
            </a:r>
            <a:r>
              <a:rPr kumimoji="0" lang="tr-TR" altLang="tr-TR" sz="1200" b="0" i="1" u="none" strike="noStrike" cap="none" normalizeH="0" baseline="0" dirty="0">
                <a:ln>
                  <a:noFill/>
                </a:ln>
                <a:solidFill>
                  <a:schemeClr val="tx1"/>
                </a:solidFill>
                <a:effectLst/>
              </a:rPr>
              <a:t> on </a:t>
            </a:r>
            <a:r>
              <a:rPr kumimoji="0" lang="tr-TR" altLang="tr-TR" sz="1200" b="0" i="1" u="none" strike="noStrike" cap="none" normalizeH="0" baseline="0" dirty="0" err="1">
                <a:ln>
                  <a:noFill/>
                </a:ln>
                <a:solidFill>
                  <a:schemeClr val="tx1"/>
                </a:solidFill>
                <a:effectLst/>
              </a:rPr>
              <a:t>Aerospace</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and</a:t>
            </a:r>
            <a:r>
              <a:rPr kumimoji="0" lang="tr-TR" altLang="tr-TR" sz="1200" b="0" i="1" u="none" strike="noStrike" cap="none" normalizeH="0" baseline="0" dirty="0">
                <a:ln>
                  <a:noFill/>
                </a:ln>
                <a:solidFill>
                  <a:schemeClr val="tx1"/>
                </a:solidFill>
                <a:effectLst/>
              </a:rPr>
              <a:t> Electronic </a:t>
            </a:r>
            <a:r>
              <a:rPr kumimoji="0" lang="tr-TR" altLang="tr-TR" sz="1200" b="0" i="1" u="none" strike="noStrike" cap="none" normalizeH="0" baseline="0" dirty="0" err="1">
                <a:ln>
                  <a:noFill/>
                </a:ln>
                <a:solidFill>
                  <a:schemeClr val="tx1"/>
                </a:solidFill>
                <a:effectLst/>
              </a:rPr>
              <a:t>Systems</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52</a:t>
            </a:r>
            <a:r>
              <a:rPr kumimoji="0" lang="tr-TR" altLang="tr-TR" sz="1200" b="0" i="0" u="none" strike="noStrike" cap="none" normalizeH="0" baseline="0" dirty="0">
                <a:ln>
                  <a:noFill/>
                </a:ln>
                <a:solidFill>
                  <a:schemeClr val="tx1"/>
                </a:solidFill>
                <a:effectLst/>
              </a:rPr>
              <a:t>(3), 1241–1256. </a:t>
            </a:r>
            <a:r>
              <a:rPr kumimoji="0" lang="tr-TR" altLang="tr-TR" sz="1200" b="0" i="0" u="none" strike="noStrike" cap="none" normalizeH="0" baseline="0" dirty="0">
                <a:ln>
                  <a:noFill/>
                </a:ln>
                <a:solidFill>
                  <a:schemeClr val="tx1"/>
                </a:solidFill>
                <a:effectLst/>
                <a:hlinkClick r:id="rId10"/>
              </a:rPr>
              <a:t>https://doi.org/10.1109/TAES.2016.150415</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err="1">
                <a:ln>
                  <a:noFill/>
                </a:ln>
                <a:solidFill>
                  <a:schemeClr val="tx1"/>
                </a:solidFill>
                <a:effectLst/>
              </a:rPr>
              <a:t>Shi</a:t>
            </a:r>
            <a:r>
              <a:rPr kumimoji="0" lang="tr-TR" altLang="tr-TR" sz="1200" b="0" i="0" u="none" strike="noStrike" cap="none" normalizeH="0" baseline="0" dirty="0">
                <a:ln>
                  <a:noFill/>
                </a:ln>
                <a:solidFill>
                  <a:schemeClr val="tx1"/>
                </a:solidFill>
                <a:effectLst/>
              </a:rPr>
              <a:t>, S., </a:t>
            </a:r>
            <a:r>
              <a:rPr kumimoji="0" lang="tr-TR" altLang="tr-TR" sz="1200" b="0" i="0" u="none" strike="noStrike" cap="none" normalizeH="0" baseline="0" dirty="0" err="1">
                <a:ln>
                  <a:noFill/>
                </a:ln>
                <a:solidFill>
                  <a:schemeClr val="tx1"/>
                </a:solidFill>
                <a:effectLst/>
              </a:rPr>
              <a:t>Zhao</a:t>
            </a:r>
            <a:r>
              <a:rPr kumimoji="0" lang="tr-TR" altLang="tr-TR" sz="1200" b="0" i="0" u="none" strike="noStrike" cap="none" normalizeH="0" baseline="0" dirty="0">
                <a:ln>
                  <a:noFill/>
                </a:ln>
                <a:solidFill>
                  <a:schemeClr val="tx1"/>
                </a:solidFill>
                <a:effectLst/>
              </a:rPr>
              <a:t>, J., &amp; </a:t>
            </a:r>
            <a:r>
              <a:rPr kumimoji="0" lang="tr-TR" altLang="tr-TR" sz="1200" b="0" i="0" u="none" strike="noStrike" cap="none" normalizeH="0" baseline="0" dirty="0" err="1">
                <a:ln>
                  <a:noFill/>
                </a:ln>
                <a:solidFill>
                  <a:schemeClr val="tx1"/>
                </a:solidFill>
                <a:effectLst/>
              </a:rPr>
              <a:t>You</a:t>
            </a:r>
            <a:r>
              <a:rPr kumimoji="0" lang="tr-TR" altLang="tr-TR" sz="1200" b="0" i="0" u="none" strike="noStrike" cap="none" normalizeH="0" baseline="0" dirty="0">
                <a:ln>
                  <a:noFill/>
                </a:ln>
                <a:solidFill>
                  <a:schemeClr val="tx1"/>
                </a:solidFill>
                <a:effectLst/>
              </a:rPr>
              <a:t>, H. (2018). Design of </a:t>
            </a:r>
            <a:r>
              <a:rPr kumimoji="0" lang="tr-TR" altLang="tr-TR" sz="1200" b="0" i="0" u="none" strike="noStrike" cap="none" normalizeH="0" baseline="0" dirty="0" err="1">
                <a:ln>
                  <a:noFill/>
                </a:ln>
                <a:solidFill>
                  <a:schemeClr val="tx1"/>
                </a:solidFill>
                <a:effectLst/>
              </a:rPr>
              <a:t>bias</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proportional</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navigation</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law</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for</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motion</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target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with</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impact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angle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constraint</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Proceedings</a:t>
            </a:r>
            <a:r>
              <a:rPr kumimoji="0" lang="tr-TR" altLang="tr-TR" sz="1200" b="0" i="1" u="none" strike="noStrike" cap="none" normalizeH="0" baseline="0" dirty="0">
                <a:ln>
                  <a:noFill/>
                </a:ln>
                <a:solidFill>
                  <a:schemeClr val="tx1"/>
                </a:solidFill>
                <a:effectLst/>
              </a:rPr>
              <a:t> of </a:t>
            </a:r>
            <a:r>
              <a:rPr kumimoji="0" lang="tr-TR" altLang="tr-TR" sz="1200" b="0" i="1" u="none" strike="noStrike" cap="none" normalizeH="0" baseline="0" dirty="0" err="1">
                <a:ln>
                  <a:noFill/>
                </a:ln>
                <a:solidFill>
                  <a:schemeClr val="tx1"/>
                </a:solidFill>
                <a:effectLst/>
              </a:rPr>
              <a:t>the</a:t>
            </a:r>
            <a:r>
              <a:rPr kumimoji="0" lang="tr-TR" altLang="tr-TR" sz="1200" b="0" i="1" u="none" strike="noStrike" cap="none" normalizeH="0" baseline="0" dirty="0">
                <a:ln>
                  <a:noFill/>
                </a:ln>
                <a:solidFill>
                  <a:schemeClr val="tx1"/>
                </a:solidFill>
                <a:effectLst/>
              </a:rPr>
              <a:t> 2018 IEEE CSAA </a:t>
            </a:r>
            <a:r>
              <a:rPr kumimoji="0" lang="tr-TR" altLang="tr-TR" sz="1200" b="0" i="1" u="none" strike="noStrike" cap="none" normalizeH="0" baseline="0" dirty="0" err="1">
                <a:ln>
                  <a:noFill/>
                </a:ln>
                <a:solidFill>
                  <a:schemeClr val="tx1"/>
                </a:solidFill>
                <a:effectLst/>
              </a:rPr>
              <a:t>Guidance</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Navigation</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and</a:t>
            </a:r>
            <a:r>
              <a:rPr kumimoji="0" lang="tr-TR" altLang="tr-TR" sz="1200" b="0" i="1" u="none" strike="noStrike" cap="none" normalizeH="0" baseline="0" dirty="0">
                <a:ln>
                  <a:noFill/>
                </a:ln>
                <a:solidFill>
                  <a:schemeClr val="tx1"/>
                </a:solidFill>
                <a:effectLst/>
              </a:rPr>
              <a:t> Control Conference (CGNCC)</a:t>
            </a:r>
            <a:r>
              <a:rPr kumimoji="0" lang="tr-TR" altLang="tr-TR" sz="1200" b="0" i="0" u="none" strike="noStrike" cap="none" normalizeH="0" baseline="0" dirty="0">
                <a:ln>
                  <a:noFill/>
                </a:ln>
                <a:solidFill>
                  <a:schemeClr val="tx1"/>
                </a:solidFill>
                <a:effectLst/>
              </a:rPr>
              <a:t>, 1–5. </a:t>
            </a:r>
            <a:r>
              <a:rPr kumimoji="0" lang="tr-TR" altLang="tr-TR" sz="1200" b="0" i="0" u="none" strike="noStrike" cap="none" normalizeH="0" baseline="0" dirty="0">
                <a:ln>
                  <a:noFill/>
                </a:ln>
                <a:solidFill>
                  <a:schemeClr val="tx1"/>
                </a:solidFill>
                <a:effectLst/>
                <a:hlinkClick r:id="rId11"/>
              </a:rPr>
              <a:t>https://doi.org/10.1109/GNCC42960.2018.9019209</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err="1">
                <a:ln>
                  <a:noFill/>
                </a:ln>
                <a:solidFill>
                  <a:schemeClr val="tx1"/>
                </a:solidFill>
                <a:effectLst/>
              </a:rPr>
              <a:t>Wang</a:t>
            </a:r>
            <a:r>
              <a:rPr kumimoji="0" lang="tr-TR" altLang="tr-TR" sz="1200" b="0" i="0" u="none" strike="noStrike" cap="none" normalizeH="0" baseline="0" dirty="0">
                <a:ln>
                  <a:noFill/>
                </a:ln>
                <a:solidFill>
                  <a:schemeClr val="tx1"/>
                </a:solidFill>
                <a:effectLst/>
              </a:rPr>
              <a:t>, C., </a:t>
            </a:r>
            <a:r>
              <a:rPr kumimoji="0" lang="tr-TR" altLang="tr-TR" sz="1200" b="0" i="0" u="none" strike="noStrike" cap="none" normalizeH="0" baseline="0" dirty="0" err="1">
                <a:ln>
                  <a:noFill/>
                </a:ln>
                <a:solidFill>
                  <a:schemeClr val="tx1"/>
                </a:solidFill>
                <a:effectLst/>
              </a:rPr>
              <a:t>Zhang</a:t>
            </a:r>
            <a:r>
              <a:rPr kumimoji="0" lang="tr-TR" altLang="tr-TR" sz="1200" b="0" i="0" u="none" strike="noStrike" cap="none" normalizeH="0" baseline="0" dirty="0">
                <a:ln>
                  <a:noFill/>
                </a:ln>
                <a:solidFill>
                  <a:schemeClr val="tx1"/>
                </a:solidFill>
                <a:effectLst/>
              </a:rPr>
              <a:t>, X., &amp; </a:t>
            </a:r>
            <a:r>
              <a:rPr kumimoji="0" lang="tr-TR" altLang="tr-TR" sz="1200" b="0" i="0" u="none" strike="noStrike" cap="none" normalizeH="0" baseline="0" dirty="0" err="1">
                <a:ln>
                  <a:noFill/>
                </a:ln>
                <a:solidFill>
                  <a:schemeClr val="tx1"/>
                </a:solidFill>
                <a:effectLst/>
              </a:rPr>
              <a:t>Dong</a:t>
            </a:r>
            <a:r>
              <a:rPr kumimoji="0" lang="tr-TR" altLang="tr-TR" sz="1200" b="0" i="0" u="none" strike="noStrike" cap="none" normalizeH="0" baseline="0" dirty="0">
                <a:ln>
                  <a:noFill/>
                </a:ln>
                <a:solidFill>
                  <a:schemeClr val="tx1"/>
                </a:solidFill>
                <a:effectLst/>
              </a:rPr>
              <a:t>, F. (2024). Terminal </a:t>
            </a:r>
            <a:r>
              <a:rPr kumimoji="0" lang="tr-TR" altLang="tr-TR" sz="1200" b="0" i="0" u="none" strike="noStrike" cap="none" normalizeH="0" baseline="0" dirty="0" err="1">
                <a:ln>
                  <a:noFill/>
                </a:ln>
                <a:solidFill>
                  <a:schemeClr val="tx1"/>
                </a:solidFill>
                <a:effectLst/>
              </a:rPr>
              <a:t>guidance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law</a:t>
            </a:r>
            <a:r>
              <a:rPr kumimoji="0" lang="tr-TR" altLang="tr-TR" sz="1200" b="0" i="0" u="none" strike="noStrike" cap="none" normalizeH="0" baseline="0" dirty="0">
                <a:ln>
                  <a:noFill/>
                </a:ln>
                <a:solidFill>
                  <a:schemeClr val="tx1"/>
                </a:solidFill>
                <a:effectLst/>
              </a:rPr>
              <a:t> of </a:t>
            </a:r>
            <a:r>
              <a:rPr kumimoji="0" lang="tr-TR" altLang="tr-TR" sz="1200" b="0" i="0" u="none" strike="noStrike" cap="none" normalizeH="0" baseline="0" dirty="0" err="1">
                <a:ln>
                  <a:noFill/>
                </a:ln>
                <a:solidFill>
                  <a:schemeClr val="tx1"/>
                </a:solidFill>
                <a:effectLst/>
              </a:rPr>
              <a:t>missile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based</a:t>
            </a:r>
            <a:r>
              <a:rPr kumimoji="0" lang="tr-TR" altLang="tr-TR" sz="1200" b="0" i="0" u="none" strike="noStrike" cap="none" normalizeH="0" baseline="0" dirty="0">
                <a:ln>
                  <a:noFill/>
                </a:ln>
                <a:solidFill>
                  <a:schemeClr val="tx1"/>
                </a:solidFill>
                <a:effectLst/>
              </a:rPr>
              <a:t> on </a:t>
            </a:r>
            <a:r>
              <a:rPr kumimoji="0" lang="tr-TR" altLang="tr-TR" sz="1200" b="0" i="0" u="none" strike="noStrike" cap="none" normalizeH="0" baseline="0" dirty="0" err="1">
                <a:ln>
                  <a:noFill/>
                </a:ln>
                <a:solidFill>
                  <a:schemeClr val="tx1"/>
                </a:solidFill>
                <a:effectLst/>
              </a:rPr>
              <a:t>Soft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Actor-critic</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with</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impact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angle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constraint</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Proceedings</a:t>
            </a:r>
            <a:r>
              <a:rPr kumimoji="0" lang="tr-TR" altLang="tr-TR" sz="1200" b="0" i="1" u="none" strike="noStrike" cap="none" normalizeH="0" baseline="0" dirty="0">
                <a:ln>
                  <a:noFill/>
                </a:ln>
                <a:solidFill>
                  <a:schemeClr val="tx1"/>
                </a:solidFill>
                <a:effectLst/>
              </a:rPr>
              <a:t> of </a:t>
            </a:r>
            <a:r>
              <a:rPr kumimoji="0" lang="tr-TR" altLang="tr-TR" sz="1200" b="0" i="1" u="none" strike="noStrike" cap="none" normalizeH="0" baseline="0" dirty="0" err="1">
                <a:ln>
                  <a:noFill/>
                </a:ln>
                <a:solidFill>
                  <a:schemeClr val="tx1"/>
                </a:solidFill>
                <a:effectLst/>
              </a:rPr>
              <a:t>the</a:t>
            </a:r>
            <a:r>
              <a:rPr kumimoji="0" lang="tr-TR" altLang="tr-TR" sz="1200" b="0" i="1" u="none" strike="noStrike" cap="none" normalizeH="0" baseline="0" dirty="0">
                <a:ln>
                  <a:noFill/>
                </a:ln>
                <a:solidFill>
                  <a:schemeClr val="tx1"/>
                </a:solidFill>
                <a:effectLst/>
              </a:rPr>
              <a:t> 2024 43rd </a:t>
            </a:r>
            <a:r>
              <a:rPr kumimoji="0" lang="tr-TR" altLang="tr-TR" sz="1200" b="0" i="1" u="none" strike="noStrike" cap="none" normalizeH="0" baseline="0" dirty="0" err="1">
                <a:ln>
                  <a:noFill/>
                </a:ln>
                <a:solidFill>
                  <a:schemeClr val="tx1"/>
                </a:solidFill>
                <a:effectLst/>
              </a:rPr>
              <a:t>Chinese</a:t>
            </a:r>
            <a:r>
              <a:rPr kumimoji="0" lang="tr-TR" altLang="tr-TR" sz="1200" b="0" i="1" u="none" strike="noStrike" cap="none" normalizeH="0" baseline="0" dirty="0">
                <a:ln>
                  <a:noFill/>
                </a:ln>
                <a:solidFill>
                  <a:schemeClr val="tx1"/>
                </a:solidFill>
                <a:effectLst/>
              </a:rPr>
              <a:t> Control Conference (CCC)</a:t>
            </a:r>
            <a:r>
              <a:rPr kumimoji="0" lang="tr-TR" altLang="tr-TR" sz="1200" b="0" i="0" u="none" strike="noStrike" cap="none" normalizeH="0" baseline="0" dirty="0">
                <a:ln>
                  <a:noFill/>
                </a:ln>
                <a:solidFill>
                  <a:schemeClr val="tx1"/>
                </a:solidFill>
                <a:effectLst/>
              </a:rPr>
              <a:t>, 4097–4102. </a:t>
            </a:r>
            <a:r>
              <a:rPr kumimoji="0" lang="tr-TR" altLang="tr-TR" sz="1200" b="0" i="0" u="none" strike="noStrike" cap="none" normalizeH="0" baseline="0" dirty="0">
                <a:ln>
                  <a:noFill/>
                </a:ln>
                <a:solidFill>
                  <a:schemeClr val="tx1"/>
                </a:solidFill>
                <a:effectLst/>
                <a:hlinkClick r:id="rId12"/>
              </a:rPr>
              <a:t>https://doi.org/10.23919/CCC63176.2024.10661814</a:t>
            </a:r>
            <a:endParaRPr kumimoji="0" lang="tr-TR" altLang="tr-TR" sz="1200" b="0" i="0" u="none" strike="noStrike" cap="none" normalizeH="0" baseline="0" dirty="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tr-TR" altLang="tr-TR" sz="1200" b="0" i="0" u="none" strike="noStrike" cap="none" normalizeH="0" baseline="0" dirty="0" err="1">
                <a:ln>
                  <a:noFill/>
                </a:ln>
                <a:solidFill>
                  <a:schemeClr val="tx1"/>
                </a:solidFill>
                <a:effectLst/>
              </a:rPr>
              <a:t>Wang</a:t>
            </a:r>
            <a:r>
              <a:rPr kumimoji="0" lang="tr-TR" altLang="tr-TR" sz="1200" b="0" i="0" u="none" strike="noStrike" cap="none" normalizeH="0" baseline="0" dirty="0">
                <a:ln>
                  <a:noFill/>
                </a:ln>
                <a:solidFill>
                  <a:schemeClr val="tx1"/>
                </a:solidFill>
                <a:effectLst/>
              </a:rPr>
              <a:t>, X., </a:t>
            </a:r>
            <a:r>
              <a:rPr kumimoji="0" lang="tr-TR" altLang="tr-TR" sz="1200" b="0" i="0" u="none" strike="noStrike" cap="none" normalizeH="0" baseline="0" dirty="0" err="1">
                <a:ln>
                  <a:noFill/>
                </a:ln>
                <a:solidFill>
                  <a:schemeClr val="tx1"/>
                </a:solidFill>
                <a:effectLst/>
              </a:rPr>
              <a:t>Wang</a:t>
            </a:r>
            <a:r>
              <a:rPr kumimoji="0" lang="tr-TR" altLang="tr-TR" sz="1200" b="0" i="0" u="none" strike="noStrike" cap="none" normalizeH="0" baseline="0" dirty="0">
                <a:ln>
                  <a:noFill/>
                </a:ln>
                <a:solidFill>
                  <a:schemeClr val="tx1"/>
                </a:solidFill>
                <a:effectLst/>
              </a:rPr>
              <a:t>, Y., Su, X., </a:t>
            </a:r>
            <a:r>
              <a:rPr kumimoji="0" lang="tr-TR" altLang="tr-TR" sz="1200" b="0" i="0" u="none" strike="noStrike" cap="none" normalizeH="0" baseline="0" dirty="0" err="1">
                <a:ln>
                  <a:noFill/>
                </a:ln>
                <a:solidFill>
                  <a:schemeClr val="tx1"/>
                </a:solidFill>
                <a:effectLst/>
              </a:rPr>
              <a:t>Wang</a:t>
            </a:r>
            <a:r>
              <a:rPr kumimoji="0" lang="tr-TR" altLang="tr-TR" sz="1200" b="0" i="0" u="none" strike="noStrike" cap="none" normalizeH="0" baseline="0" dirty="0">
                <a:ln>
                  <a:noFill/>
                </a:ln>
                <a:solidFill>
                  <a:schemeClr val="tx1"/>
                </a:solidFill>
                <a:effectLst/>
              </a:rPr>
              <a:t>, L., Lu, C., </a:t>
            </a:r>
            <a:r>
              <a:rPr kumimoji="0" lang="tr-TR" altLang="tr-TR" sz="1200" b="0" i="0" u="none" strike="noStrike" cap="none" normalizeH="0" baseline="0" dirty="0" err="1">
                <a:ln>
                  <a:noFill/>
                </a:ln>
                <a:solidFill>
                  <a:schemeClr val="tx1"/>
                </a:solidFill>
                <a:effectLst/>
              </a:rPr>
              <a:t>Peng</a:t>
            </a:r>
            <a:r>
              <a:rPr kumimoji="0" lang="tr-TR" altLang="tr-TR" sz="1200" b="0" i="0" u="none" strike="noStrike" cap="none" normalizeH="0" baseline="0" dirty="0">
                <a:ln>
                  <a:noFill/>
                </a:ln>
                <a:solidFill>
                  <a:schemeClr val="tx1"/>
                </a:solidFill>
                <a:effectLst/>
              </a:rPr>
              <a:t>, H., &amp; </a:t>
            </a:r>
            <a:r>
              <a:rPr kumimoji="0" lang="tr-TR" altLang="tr-TR" sz="1200" b="0" i="0" u="none" strike="noStrike" cap="none" normalizeH="0" baseline="0" dirty="0" err="1">
                <a:ln>
                  <a:noFill/>
                </a:ln>
                <a:solidFill>
                  <a:schemeClr val="tx1"/>
                </a:solidFill>
                <a:effectLst/>
              </a:rPr>
              <a:t>Liu</a:t>
            </a:r>
            <a:r>
              <a:rPr kumimoji="0" lang="tr-TR" altLang="tr-TR" sz="1200" b="0" i="0" u="none" strike="noStrike" cap="none" normalizeH="0" baseline="0" dirty="0">
                <a:ln>
                  <a:noFill/>
                </a:ln>
                <a:solidFill>
                  <a:schemeClr val="tx1"/>
                </a:solidFill>
                <a:effectLst/>
              </a:rPr>
              <a:t>, J. (2024). </a:t>
            </a:r>
            <a:r>
              <a:rPr kumimoji="0" lang="tr-TR" altLang="tr-TR" sz="1200" b="0" i="0" u="none" strike="noStrike" cap="none" normalizeH="0" baseline="0" dirty="0" err="1">
                <a:ln>
                  <a:noFill/>
                </a:ln>
                <a:solidFill>
                  <a:schemeClr val="tx1"/>
                </a:solidFill>
                <a:effectLst/>
              </a:rPr>
              <a:t>Deep</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reinforcement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learning-based</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air</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combat</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maneuver</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decision-making</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Literature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review</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implementation</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tutorial</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and</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future</a:t>
            </a:r>
            <a:r>
              <a:rPr kumimoji="0" lang="tr-TR" altLang="tr-TR" sz="1200" b="0" i="0" u="none" strike="noStrike" cap="none" normalizeH="0" baseline="0" dirty="0">
                <a:ln>
                  <a:noFill/>
                </a:ln>
                <a:solidFill>
                  <a:schemeClr val="tx1"/>
                </a:solidFill>
                <a:effectLst/>
              </a:rPr>
              <a:t> </a:t>
            </a:r>
            <a:r>
              <a:rPr kumimoji="0" lang="tr-TR" altLang="tr-TR" sz="1200" b="0" i="0" u="none" strike="noStrike" cap="none" normalizeH="0" baseline="0" dirty="0" err="1">
                <a:ln>
                  <a:noFill/>
                </a:ln>
                <a:solidFill>
                  <a:schemeClr val="tx1"/>
                </a:solidFill>
                <a:effectLst/>
              </a:rPr>
              <a:t>direction</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Artificial</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Intelligence</a:t>
            </a:r>
            <a:r>
              <a:rPr kumimoji="0" lang="tr-TR" altLang="tr-TR" sz="1200" b="0" i="1" u="none" strike="noStrike" cap="none" normalizeH="0" baseline="0" dirty="0">
                <a:ln>
                  <a:noFill/>
                </a:ln>
                <a:solidFill>
                  <a:schemeClr val="tx1"/>
                </a:solidFill>
                <a:effectLst/>
              </a:rPr>
              <a:t> </a:t>
            </a:r>
            <a:r>
              <a:rPr kumimoji="0" lang="tr-TR" altLang="tr-TR" sz="1200" b="0" i="1" u="none" strike="noStrike" cap="none" normalizeH="0" baseline="0" dirty="0" err="1">
                <a:ln>
                  <a:noFill/>
                </a:ln>
                <a:solidFill>
                  <a:schemeClr val="tx1"/>
                </a:solidFill>
                <a:effectLst/>
              </a:rPr>
              <a:t>Review</a:t>
            </a:r>
            <a:r>
              <a:rPr kumimoji="0" lang="tr-TR" altLang="tr-TR" sz="1200" b="0" i="0" u="none" strike="noStrike" cap="none" normalizeH="0" baseline="0" dirty="0">
                <a:ln>
                  <a:noFill/>
                </a:ln>
                <a:solidFill>
                  <a:schemeClr val="tx1"/>
                </a:solidFill>
                <a:effectLst/>
              </a:rPr>
              <a:t>, </a:t>
            </a:r>
            <a:r>
              <a:rPr kumimoji="0" lang="tr-TR" altLang="tr-TR" sz="1200" b="0" i="1" u="none" strike="noStrike" cap="none" normalizeH="0" baseline="0" dirty="0">
                <a:ln>
                  <a:noFill/>
                </a:ln>
                <a:solidFill>
                  <a:schemeClr val="tx1"/>
                </a:solidFill>
                <a:effectLst/>
              </a:rPr>
              <a:t>57</a:t>
            </a:r>
            <a:r>
              <a:rPr kumimoji="0" lang="tr-TR" altLang="tr-TR" sz="1200" b="0" i="0" u="none" strike="noStrike" cap="none" normalizeH="0" baseline="0" dirty="0">
                <a:ln>
                  <a:noFill/>
                </a:ln>
                <a:solidFill>
                  <a:schemeClr val="tx1"/>
                </a:solidFill>
                <a:effectLst/>
              </a:rPr>
              <a:t>(1), </a:t>
            </a:r>
            <a:r>
              <a:rPr kumimoji="0" lang="tr-TR" altLang="tr-TR" sz="1200" b="0" i="0" u="none" strike="noStrike" cap="none" normalizeH="0" baseline="0" dirty="0" err="1">
                <a:ln>
                  <a:noFill/>
                </a:ln>
                <a:solidFill>
                  <a:schemeClr val="tx1"/>
                </a:solidFill>
                <a:effectLst/>
              </a:rPr>
              <a:t>Article</a:t>
            </a:r>
            <a:r>
              <a:rPr kumimoji="0" lang="tr-TR" altLang="tr-TR" sz="1200" b="0" i="0" u="none" strike="noStrike" cap="none" normalizeH="0" baseline="0" dirty="0">
                <a:ln>
                  <a:noFill/>
                </a:ln>
                <a:solidFill>
                  <a:schemeClr val="tx1"/>
                </a:solidFill>
                <a:effectLst/>
              </a:rPr>
              <a:t> 1. </a:t>
            </a:r>
            <a:r>
              <a:rPr kumimoji="0" lang="tr-TR" altLang="tr-TR" sz="1200" b="0" i="0" u="none" strike="noStrike" cap="none" normalizeH="0" baseline="0" dirty="0">
                <a:ln>
                  <a:noFill/>
                </a:ln>
                <a:solidFill>
                  <a:schemeClr val="tx1"/>
                </a:solidFill>
                <a:effectLst/>
                <a:hlinkClick r:id="rId13"/>
              </a:rPr>
              <a:t>https://doi.org/10.1007/s10462-023-10620-2</a:t>
            </a:r>
            <a:endParaRPr kumimoji="0" lang="tr-TR" altLang="tr-TR" sz="1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343755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DBF50-49B8-DAB5-BC34-810AA661B5A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D48B747-9AA1-35FE-696E-DE7A5EB2C66C}"/>
              </a:ext>
            </a:extLst>
          </p:cNvPr>
          <p:cNvSpPr>
            <a:spLocks noChangeArrowheads="1"/>
          </p:cNvSpPr>
          <p:nvPr/>
        </p:nvSpPr>
        <p:spPr bwMode="auto">
          <a:xfrm>
            <a:off x="-3339042" y="3308825"/>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8" name="Metin kutusu 7">
            <a:extLst>
              <a:ext uri="{FF2B5EF4-FFF2-40B4-BE49-F238E27FC236}">
                <a16:creationId xmlns:a16="http://schemas.microsoft.com/office/drawing/2014/main" id="{15B03E19-2A7B-005F-037A-D7824F85EFE2}"/>
              </a:ext>
            </a:extLst>
          </p:cNvPr>
          <p:cNvSpPr txBox="1"/>
          <p:nvPr/>
        </p:nvSpPr>
        <p:spPr>
          <a:xfrm>
            <a:off x="2476323" y="2678430"/>
            <a:ext cx="4950178" cy="3301801"/>
          </a:xfrm>
          <a:prstGeom prst="rect">
            <a:avLst/>
          </a:prstGeom>
          <a:noFill/>
        </p:spPr>
        <p:txBody>
          <a:bodyPr wrap="square">
            <a:spAutoFit/>
          </a:bodyPr>
          <a:lstStyle/>
          <a:p>
            <a:pPr algn="ctr" rtl="0">
              <a:lnSpc>
                <a:spcPct val="150000"/>
              </a:lnSpc>
              <a:buNone/>
            </a:pPr>
            <a:r>
              <a:rPr lang="tr-TR" sz="4800" b="1" i="0" dirty="0">
                <a:solidFill>
                  <a:srgbClr val="1B1B1B"/>
                </a:solidFill>
                <a:effectLst/>
              </a:rPr>
              <a:t>Teşekkür ederim!</a:t>
            </a:r>
          </a:p>
          <a:p>
            <a:pPr algn="ctr">
              <a:lnSpc>
                <a:spcPct val="150000"/>
              </a:lnSpc>
            </a:pPr>
            <a:r>
              <a:rPr lang="tr-TR" sz="4800" dirty="0"/>
              <a:t>Sorularınız?</a:t>
            </a:r>
          </a:p>
          <a:p>
            <a:pPr algn="ctr" rtl="0">
              <a:lnSpc>
                <a:spcPct val="150000"/>
              </a:lnSpc>
              <a:buNone/>
            </a:pPr>
            <a:endParaRPr lang="tr-TR" sz="4800" dirty="0">
              <a:effectLst/>
            </a:endParaRPr>
          </a:p>
        </p:txBody>
      </p:sp>
    </p:spTree>
    <p:extLst>
      <p:ext uri="{BB962C8B-B14F-4D97-AF65-F5344CB8AC3E}">
        <p14:creationId xmlns:p14="http://schemas.microsoft.com/office/powerpoint/2010/main" val="3195259772"/>
      </p:ext>
    </p:extLst>
  </p:cSld>
  <p:clrMapOvr>
    <a:masterClrMapping/>
  </p:clrMapOvr>
</p:sld>
</file>

<file path=ppt/theme/theme1.xml><?xml version="1.0" encoding="utf-8"?>
<a:theme xmlns:a="http://schemas.openxmlformats.org/drawingml/2006/main" name="Office Teması">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8786</TotalTime>
  <Words>2220</Words>
  <Application>Microsoft Office PowerPoint</Application>
  <PresentationFormat>Özel</PresentationFormat>
  <Paragraphs>227</Paragraphs>
  <Slides>13</Slides>
  <Notes>13</Notes>
  <HiddenSlides>0</HiddenSlides>
  <MMClips>2</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13</vt:i4>
      </vt:variant>
    </vt:vector>
  </HeadingPairs>
  <TitlesOfParts>
    <vt:vector size="20" baseType="lpstr">
      <vt:lpstr>Arial</vt:lpstr>
      <vt:lpstr>Calibri</vt:lpstr>
      <vt:lpstr>Calibri Light</vt:lpstr>
      <vt:lpstr>HelveticaNeueLT Std Blk</vt:lpstr>
      <vt:lpstr>Roboto</vt:lpstr>
      <vt:lpstr>Wingdings</vt:lpstr>
      <vt:lpstr>Office Teması</vt:lpstr>
      <vt:lpstr>Gazi Üniversitesi Fen Bilimleri Enstitüsü Bilgisayar Mühendisliği Anabilim Dalı Yüksek Lisans Seminer Sunumu Hazırlayan: Burak DOĞAN – 25833301010 Danışman: Prof. Dr. Hüseyin POLAT ANKARA, 2026 </vt:lpstr>
      <vt:lpstr>Problemin Tanımı</vt:lpstr>
      <vt:lpstr>Problemin Önemi</vt:lpstr>
      <vt:lpstr>Klasik Güdüm Sınırlılıkları ve  Önerilen Metot Çözümü</vt:lpstr>
      <vt:lpstr>Sistematik Literatür Tarama Stratejisi  ve Mantıksal Sorgu Matrisi</vt:lpstr>
      <vt:lpstr>Literatür İncelemesi</vt:lpstr>
      <vt:lpstr>Literatür Özet İstatistiği</vt:lpstr>
      <vt:lpstr>Çalışmanın Kapsamı ve Özgün Değeri</vt:lpstr>
      <vt:lpstr>Teknolojik Altyapı ve  Metodolojik Geliştirme Ortamı</vt:lpstr>
      <vt:lpstr>Çalışma Planı ve Yol Haritası</vt:lpstr>
      <vt:lpstr>Sonuç ve Değerlendirme</vt:lpstr>
      <vt:lpstr>Kaynaklar</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harunn</dc:creator>
  <cp:lastModifiedBy>burak dogan</cp:lastModifiedBy>
  <cp:revision>757</cp:revision>
  <cp:lastPrinted>2018-01-07T16:26:39Z</cp:lastPrinted>
  <dcterms:created xsi:type="dcterms:W3CDTF">2017-11-10T11:32:26Z</dcterms:created>
  <dcterms:modified xsi:type="dcterms:W3CDTF">2026-06-06T19:34:16Z</dcterms:modified>
</cp:coreProperties>
</file>